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31"/>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tosh Adi" initials="SA" lastIdx="1" clrIdx="0">
    <p:extLst>
      <p:ext uri="{19B8F6BF-5375-455C-9EA6-DF929625EA0E}">
        <p15:presenceInfo xmlns:p15="http://schemas.microsoft.com/office/powerpoint/2012/main" userId="1390784c809b8fa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A27B00"/>
    <a:srgbClr val="C3C808"/>
    <a:srgbClr val="F9DE13"/>
    <a:srgbClr val="33CCCC"/>
    <a:srgbClr val="66CCFF"/>
    <a:srgbClr val="E6E6E6"/>
    <a:srgbClr val="00FFFF"/>
    <a:srgbClr val="D1CA47"/>
    <a:srgbClr val="E198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60"/>
  </p:normalViewPr>
  <p:slideViewPr>
    <p:cSldViewPr snapToGrid="0">
      <p:cViewPr>
        <p:scale>
          <a:sx n="50" d="100"/>
          <a:sy n="50" d="100"/>
        </p:scale>
        <p:origin x="29"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osh Adi" userId="1390784c809b8fa0" providerId="LiveId" clId="{3A05ED0D-2807-4ECB-B3AD-F21AC6C5E3CA}"/>
    <pc:docChg chg="undo redo custSel addSld delSld modSld sldOrd">
      <pc:chgData name="Santosh Adi" userId="1390784c809b8fa0" providerId="LiveId" clId="{3A05ED0D-2807-4ECB-B3AD-F21AC6C5E3CA}" dt="2026-08-28T17:05:53.021" v="1606" actId="1076"/>
      <pc:docMkLst>
        <pc:docMk/>
      </pc:docMkLst>
      <pc:sldChg chg="modSp mod setBg">
        <pc:chgData name="Santosh Adi" userId="1390784c809b8fa0" providerId="LiveId" clId="{3A05ED0D-2807-4ECB-B3AD-F21AC6C5E3CA}" dt="2026-08-28T15:07:27.773" v="1323"/>
        <pc:sldMkLst>
          <pc:docMk/>
          <pc:sldMk cId="1097772346" sldId="256"/>
        </pc:sldMkLst>
        <pc:spChg chg="mod">
          <ac:chgData name="Santosh Adi" userId="1390784c809b8fa0" providerId="LiveId" clId="{3A05ED0D-2807-4ECB-B3AD-F21AC6C5E3CA}" dt="2026-08-28T15:07:26.622" v="1320" actId="1076"/>
          <ac:spMkLst>
            <pc:docMk/>
            <pc:sldMk cId="1097772346" sldId="256"/>
            <ac:spMk id="54" creationId="{43FBFC1B-DD38-BC86-BF59-71EB8A3D5115}"/>
          </ac:spMkLst>
        </pc:spChg>
      </pc:sldChg>
      <pc:sldChg chg="addSp modSp mod">
        <pc:chgData name="Santosh Adi" userId="1390784c809b8fa0" providerId="LiveId" clId="{3A05ED0D-2807-4ECB-B3AD-F21AC6C5E3CA}" dt="2026-08-28T15:12:51.421" v="1369" actId="1076"/>
        <pc:sldMkLst>
          <pc:docMk/>
          <pc:sldMk cId="478316810" sldId="257"/>
        </pc:sldMkLst>
        <pc:spChg chg="add mod">
          <ac:chgData name="Santosh Adi" userId="1390784c809b8fa0" providerId="LiveId" clId="{3A05ED0D-2807-4ECB-B3AD-F21AC6C5E3CA}" dt="2026-08-28T15:12:51.421" v="1369" actId="1076"/>
          <ac:spMkLst>
            <pc:docMk/>
            <pc:sldMk cId="478316810" sldId="257"/>
            <ac:spMk id="2" creationId="{7DAC92F6-C665-BD99-6DB1-619121416A1B}"/>
          </ac:spMkLst>
        </pc:spChg>
      </pc:sldChg>
      <pc:sldChg chg="modSp mod">
        <pc:chgData name="Santosh Adi" userId="1390784c809b8fa0" providerId="LiveId" clId="{3A05ED0D-2807-4ECB-B3AD-F21AC6C5E3CA}" dt="2026-08-28T12:37:35.124" v="793" actId="20577"/>
        <pc:sldMkLst>
          <pc:docMk/>
          <pc:sldMk cId="2868155124" sldId="258"/>
        </pc:sldMkLst>
        <pc:spChg chg="mod">
          <ac:chgData name="Santosh Adi" userId="1390784c809b8fa0" providerId="LiveId" clId="{3A05ED0D-2807-4ECB-B3AD-F21AC6C5E3CA}" dt="2026-08-28T12:37:35.124" v="793" actId="20577"/>
          <ac:spMkLst>
            <pc:docMk/>
            <pc:sldMk cId="2868155124" sldId="258"/>
            <ac:spMk id="5" creationId="{72EFB90E-4912-C644-5B63-1A444B7CBF83}"/>
          </ac:spMkLst>
        </pc:spChg>
      </pc:sldChg>
      <pc:sldChg chg="modSp mod setBg">
        <pc:chgData name="Santosh Adi" userId="1390784c809b8fa0" providerId="LiveId" clId="{3A05ED0D-2807-4ECB-B3AD-F21AC6C5E3CA}" dt="2026-08-28T15:08:18.883" v="1330"/>
        <pc:sldMkLst>
          <pc:docMk/>
          <pc:sldMk cId="436855296" sldId="260"/>
        </pc:sldMkLst>
        <pc:spChg chg="mod">
          <ac:chgData name="Santosh Adi" userId="1390784c809b8fa0" providerId="LiveId" clId="{3A05ED0D-2807-4ECB-B3AD-F21AC6C5E3CA}" dt="2026-08-28T11:47:30.908" v="465" actId="1076"/>
          <ac:spMkLst>
            <pc:docMk/>
            <pc:sldMk cId="436855296" sldId="260"/>
            <ac:spMk id="2" creationId="{16C47523-2583-C8E8-1680-A7A2CE185394}"/>
          </ac:spMkLst>
        </pc:spChg>
      </pc:sldChg>
      <pc:sldChg chg="addSp modSp mod setBg">
        <pc:chgData name="Santosh Adi" userId="1390784c809b8fa0" providerId="LiveId" clId="{3A05ED0D-2807-4ECB-B3AD-F21AC6C5E3CA}" dt="2026-08-28T15:08:33.638" v="1333"/>
        <pc:sldMkLst>
          <pc:docMk/>
          <pc:sldMk cId="3347665296" sldId="261"/>
        </pc:sldMkLst>
        <pc:spChg chg="mod">
          <ac:chgData name="Santosh Adi" userId="1390784c809b8fa0" providerId="LiveId" clId="{3A05ED0D-2807-4ECB-B3AD-F21AC6C5E3CA}" dt="2026-08-28T11:37:03.715" v="447" actId="207"/>
          <ac:spMkLst>
            <pc:docMk/>
            <pc:sldMk cId="3347665296" sldId="261"/>
            <ac:spMk id="17" creationId="{935C2F46-B7E7-6C97-C4E5-4536F1B7235C}"/>
          </ac:spMkLst>
        </pc:spChg>
        <pc:spChg chg="mod">
          <ac:chgData name="Santosh Adi" userId="1390784c809b8fa0" providerId="LiveId" clId="{3A05ED0D-2807-4ECB-B3AD-F21AC6C5E3CA}" dt="2026-08-28T11:37:03.715" v="447" actId="207"/>
          <ac:spMkLst>
            <pc:docMk/>
            <pc:sldMk cId="3347665296" sldId="261"/>
            <ac:spMk id="19" creationId="{AB425CCB-88E1-8ADD-BCBF-75F6C6BB8A50}"/>
          </ac:spMkLst>
        </pc:spChg>
        <pc:spChg chg="mod">
          <ac:chgData name="Santosh Adi" userId="1390784c809b8fa0" providerId="LiveId" clId="{3A05ED0D-2807-4ECB-B3AD-F21AC6C5E3CA}" dt="2026-08-28T11:37:03.715" v="447" actId="207"/>
          <ac:spMkLst>
            <pc:docMk/>
            <pc:sldMk cId="3347665296" sldId="261"/>
            <ac:spMk id="21" creationId="{96EA323B-9191-B3E6-2FF8-40F9E7E44DFC}"/>
          </ac:spMkLst>
        </pc:spChg>
        <pc:spChg chg="mod">
          <ac:chgData name="Santosh Adi" userId="1390784c809b8fa0" providerId="LiveId" clId="{3A05ED0D-2807-4ECB-B3AD-F21AC6C5E3CA}" dt="2026-08-28T11:37:03.715" v="447" actId="207"/>
          <ac:spMkLst>
            <pc:docMk/>
            <pc:sldMk cId="3347665296" sldId="261"/>
            <ac:spMk id="28" creationId="{DCE02591-BF4F-FC0A-8314-688A4E1A899A}"/>
          </ac:spMkLst>
        </pc:spChg>
        <pc:spChg chg="mod">
          <ac:chgData name="Santosh Adi" userId="1390784c809b8fa0" providerId="LiveId" clId="{3A05ED0D-2807-4ECB-B3AD-F21AC6C5E3CA}" dt="2026-08-28T11:37:03.715" v="447" actId="207"/>
          <ac:spMkLst>
            <pc:docMk/>
            <pc:sldMk cId="3347665296" sldId="261"/>
            <ac:spMk id="37" creationId="{C94B3249-ECDA-6888-6DD4-8B692FD2098E}"/>
          </ac:spMkLst>
        </pc:spChg>
        <pc:spChg chg="mod">
          <ac:chgData name="Santosh Adi" userId="1390784c809b8fa0" providerId="LiveId" clId="{3A05ED0D-2807-4ECB-B3AD-F21AC6C5E3CA}" dt="2026-08-28T11:37:03.715" v="447" actId="207"/>
          <ac:spMkLst>
            <pc:docMk/>
            <pc:sldMk cId="3347665296" sldId="261"/>
            <ac:spMk id="39" creationId="{B4E64A72-430D-7390-FAEF-3947E1488C2C}"/>
          </ac:spMkLst>
        </pc:spChg>
        <pc:spChg chg="mod">
          <ac:chgData name="Santosh Adi" userId="1390784c809b8fa0" providerId="LiveId" clId="{3A05ED0D-2807-4ECB-B3AD-F21AC6C5E3CA}" dt="2026-08-28T11:37:03.715" v="447" actId="207"/>
          <ac:spMkLst>
            <pc:docMk/>
            <pc:sldMk cId="3347665296" sldId="261"/>
            <ac:spMk id="40" creationId="{D088E05F-4996-6784-7A77-DC32BA5AB499}"/>
          </ac:spMkLst>
        </pc:spChg>
        <pc:spChg chg="mod">
          <ac:chgData name="Santosh Adi" userId="1390784c809b8fa0" providerId="LiveId" clId="{3A05ED0D-2807-4ECB-B3AD-F21AC6C5E3CA}" dt="2026-08-28T11:37:03.715" v="447" actId="207"/>
          <ac:spMkLst>
            <pc:docMk/>
            <pc:sldMk cId="3347665296" sldId="261"/>
            <ac:spMk id="43" creationId="{BE8976E0-E066-1DFC-2234-EA3B7F53E5CB}"/>
          </ac:spMkLst>
        </pc:spChg>
        <pc:spChg chg="mod">
          <ac:chgData name="Santosh Adi" userId="1390784c809b8fa0" providerId="LiveId" clId="{3A05ED0D-2807-4ECB-B3AD-F21AC6C5E3CA}" dt="2026-08-28T11:37:03.715" v="447" actId="207"/>
          <ac:spMkLst>
            <pc:docMk/>
            <pc:sldMk cId="3347665296" sldId="261"/>
            <ac:spMk id="46" creationId="{B3D5A4D5-0D14-390C-3284-0E0903849B42}"/>
          </ac:spMkLst>
        </pc:spChg>
        <pc:spChg chg="mod">
          <ac:chgData name="Santosh Adi" userId="1390784c809b8fa0" providerId="LiveId" clId="{3A05ED0D-2807-4ECB-B3AD-F21AC6C5E3CA}" dt="2026-08-28T11:37:03.715" v="447" actId="207"/>
          <ac:spMkLst>
            <pc:docMk/>
            <pc:sldMk cId="3347665296" sldId="261"/>
            <ac:spMk id="49" creationId="{480D4377-3DE6-2CE5-4E8D-50EE0DB1450E}"/>
          </ac:spMkLst>
        </pc:spChg>
        <pc:grpChg chg="mod">
          <ac:chgData name="Santosh Adi" userId="1390784c809b8fa0" providerId="LiveId" clId="{3A05ED0D-2807-4ECB-B3AD-F21AC6C5E3CA}" dt="2026-08-28T11:36:57.999" v="446" actId="1076"/>
          <ac:grpSpMkLst>
            <pc:docMk/>
            <pc:sldMk cId="3347665296" sldId="261"/>
            <ac:grpSpMk id="10" creationId="{1DADAAEE-E104-8CFD-A74E-5E82C5CD34D0}"/>
          </ac:grpSpMkLst>
        </pc:grpChg>
      </pc:sldChg>
      <pc:sldChg chg="addSp delSp modSp del mod ord setBg delAnim">
        <pc:chgData name="Santosh Adi" userId="1390784c809b8fa0" providerId="LiveId" clId="{3A05ED0D-2807-4ECB-B3AD-F21AC6C5E3CA}" dt="2026-08-28T12:08:10.610" v="622" actId="47"/>
        <pc:sldMkLst>
          <pc:docMk/>
          <pc:sldMk cId="2814528722" sldId="262"/>
        </pc:sldMkLst>
        <pc:spChg chg="del">
          <ac:chgData name="Santosh Adi" userId="1390784c809b8fa0" providerId="LiveId" clId="{3A05ED0D-2807-4ECB-B3AD-F21AC6C5E3CA}" dt="2026-08-28T11:13:33.443" v="13" actId="478"/>
          <ac:spMkLst>
            <pc:docMk/>
            <pc:sldMk cId="2814528722" sldId="262"/>
            <ac:spMk id="2" creationId="{B10B2664-06F4-1B36-967D-DB51D870455C}"/>
          </ac:spMkLst>
        </pc:spChg>
        <pc:spChg chg="add del mod">
          <ac:chgData name="Santosh Adi" userId="1390784c809b8fa0" providerId="LiveId" clId="{3A05ED0D-2807-4ECB-B3AD-F21AC6C5E3CA}" dt="2026-08-28T12:08:07.417" v="621"/>
          <ac:spMkLst>
            <pc:docMk/>
            <pc:sldMk cId="2814528722" sldId="262"/>
            <ac:spMk id="4" creationId="{837F1A1D-5689-3F4D-A000-708DA1081172}"/>
          </ac:spMkLst>
        </pc:spChg>
      </pc:sldChg>
      <pc:sldChg chg="addSp delSp modSp add mod ord modTransition setBg">
        <pc:chgData name="Santosh Adi" userId="1390784c809b8fa0" providerId="LiveId" clId="{3A05ED0D-2807-4ECB-B3AD-F21AC6C5E3CA}" dt="2026-08-28T15:08:52.208" v="1336"/>
        <pc:sldMkLst>
          <pc:docMk/>
          <pc:sldMk cId="3708030215" sldId="263"/>
        </pc:sldMkLst>
        <pc:spChg chg="add del mod">
          <ac:chgData name="Santosh Adi" userId="1390784c809b8fa0" providerId="LiveId" clId="{3A05ED0D-2807-4ECB-B3AD-F21AC6C5E3CA}" dt="2026-08-28T11:35:14.226" v="387"/>
          <ac:spMkLst>
            <pc:docMk/>
            <pc:sldMk cId="3708030215" sldId="263"/>
            <ac:spMk id="2" creationId="{77DC02A0-9C15-B78C-E6C0-894BD934A8C5}"/>
          </ac:spMkLst>
        </pc:spChg>
        <pc:spChg chg="mod">
          <ac:chgData name="Santosh Adi" userId="1390784c809b8fa0" providerId="LiveId" clId="{3A05ED0D-2807-4ECB-B3AD-F21AC6C5E3CA}" dt="2026-08-28T11:37:36.645" v="451" actId="207"/>
          <ac:spMkLst>
            <pc:docMk/>
            <pc:sldMk cId="3708030215" sldId="263"/>
            <ac:spMk id="4" creationId="{D1A734B4-666F-29B1-D758-4D0A7AB038C0}"/>
          </ac:spMkLst>
        </pc:spChg>
        <pc:spChg chg="mod">
          <ac:chgData name="Santosh Adi" userId="1390784c809b8fa0" providerId="LiveId" clId="{3A05ED0D-2807-4ECB-B3AD-F21AC6C5E3CA}" dt="2026-08-28T11:37:36.645" v="451" actId="207"/>
          <ac:spMkLst>
            <pc:docMk/>
            <pc:sldMk cId="3708030215" sldId="263"/>
            <ac:spMk id="9" creationId="{8E1F13AD-0480-327C-13AB-CC6D66FFDBAE}"/>
          </ac:spMkLst>
        </pc:spChg>
        <pc:spChg chg="mod">
          <ac:chgData name="Santosh Adi" userId="1390784c809b8fa0" providerId="LiveId" clId="{3A05ED0D-2807-4ECB-B3AD-F21AC6C5E3CA}" dt="2026-08-28T11:37:36.645" v="451" actId="207"/>
          <ac:spMkLst>
            <pc:docMk/>
            <pc:sldMk cId="3708030215" sldId="263"/>
            <ac:spMk id="11" creationId="{4F662D68-18FC-6924-3B9D-6EDB94E9A8E7}"/>
          </ac:spMkLst>
        </pc:spChg>
        <pc:spChg chg="mod">
          <ac:chgData name="Santosh Adi" userId="1390784c809b8fa0" providerId="LiveId" clId="{3A05ED0D-2807-4ECB-B3AD-F21AC6C5E3CA}" dt="2026-08-28T11:37:36.645" v="451" actId="207"/>
          <ac:spMkLst>
            <pc:docMk/>
            <pc:sldMk cId="3708030215" sldId="263"/>
            <ac:spMk id="12" creationId="{B84EBE2E-B9EE-834E-BC20-A43D3E458550}"/>
          </ac:spMkLst>
        </pc:spChg>
        <pc:spChg chg="mod">
          <ac:chgData name="Santosh Adi" userId="1390784c809b8fa0" providerId="LiveId" clId="{3A05ED0D-2807-4ECB-B3AD-F21AC6C5E3CA}" dt="2026-08-28T11:37:36.645" v="451" actId="207"/>
          <ac:spMkLst>
            <pc:docMk/>
            <pc:sldMk cId="3708030215" sldId="263"/>
            <ac:spMk id="13" creationId="{C7E5CB4A-1310-85E8-B13E-2D3AB9DE5DE9}"/>
          </ac:spMkLst>
        </pc:spChg>
        <pc:spChg chg="mod">
          <ac:chgData name="Santosh Adi" userId="1390784c809b8fa0" providerId="LiveId" clId="{3A05ED0D-2807-4ECB-B3AD-F21AC6C5E3CA}" dt="2026-08-28T11:37:36.645" v="451" actId="207"/>
          <ac:spMkLst>
            <pc:docMk/>
            <pc:sldMk cId="3708030215" sldId="263"/>
            <ac:spMk id="15" creationId="{A1BCF019-6A99-9BC6-3932-1E7493FED871}"/>
          </ac:spMkLst>
        </pc:spChg>
        <pc:spChg chg="mod">
          <ac:chgData name="Santosh Adi" userId="1390784c809b8fa0" providerId="LiveId" clId="{3A05ED0D-2807-4ECB-B3AD-F21AC6C5E3CA}" dt="2026-08-28T11:37:36.645" v="451" actId="207"/>
          <ac:spMkLst>
            <pc:docMk/>
            <pc:sldMk cId="3708030215" sldId="263"/>
            <ac:spMk id="16" creationId="{B6CB45A7-7196-BE06-F353-597377346BEB}"/>
          </ac:spMkLst>
        </pc:spChg>
        <pc:spChg chg="mod">
          <ac:chgData name="Santosh Adi" userId="1390784c809b8fa0" providerId="LiveId" clId="{3A05ED0D-2807-4ECB-B3AD-F21AC6C5E3CA}" dt="2026-08-28T11:37:36.645" v="451" actId="207"/>
          <ac:spMkLst>
            <pc:docMk/>
            <pc:sldMk cId="3708030215" sldId="263"/>
            <ac:spMk id="17" creationId="{E071A47E-3A19-5E1F-944C-C1EAFFA875C9}"/>
          </ac:spMkLst>
        </pc:spChg>
        <pc:spChg chg="mod">
          <ac:chgData name="Santosh Adi" userId="1390784c809b8fa0" providerId="LiveId" clId="{3A05ED0D-2807-4ECB-B3AD-F21AC6C5E3CA}" dt="2026-08-28T11:37:36.645" v="451" actId="207"/>
          <ac:spMkLst>
            <pc:docMk/>
            <pc:sldMk cId="3708030215" sldId="263"/>
            <ac:spMk id="19" creationId="{EC239D10-9109-EA75-0B3E-AE4BC216F650}"/>
          </ac:spMkLst>
        </pc:spChg>
        <pc:spChg chg="mod">
          <ac:chgData name="Santosh Adi" userId="1390784c809b8fa0" providerId="LiveId" clId="{3A05ED0D-2807-4ECB-B3AD-F21AC6C5E3CA}" dt="2026-08-28T11:37:36.645" v="451" actId="207"/>
          <ac:spMkLst>
            <pc:docMk/>
            <pc:sldMk cId="3708030215" sldId="263"/>
            <ac:spMk id="20" creationId="{D26CF549-794D-59C9-8EB9-6A0CCAC4D822}"/>
          </ac:spMkLst>
        </pc:spChg>
        <pc:spChg chg="del">
          <ac:chgData name="Santosh Adi" userId="1390784c809b8fa0" providerId="LiveId" clId="{3A05ED0D-2807-4ECB-B3AD-F21AC6C5E3CA}" dt="2026-08-28T11:35:23.304" v="429" actId="478"/>
          <ac:spMkLst>
            <pc:docMk/>
            <pc:sldMk cId="3708030215" sldId="263"/>
            <ac:spMk id="37" creationId="{360F1601-D875-325C-BF9B-4EFB357DDAA5}"/>
          </ac:spMkLst>
        </pc:spChg>
        <pc:spChg chg="mod">
          <ac:chgData name="Santosh Adi" userId="1390784c809b8fa0" providerId="LiveId" clId="{3A05ED0D-2807-4ECB-B3AD-F21AC6C5E3CA}" dt="2026-08-28T11:30:15.581" v="301"/>
          <ac:spMkLst>
            <pc:docMk/>
            <pc:sldMk cId="3708030215" sldId="263"/>
            <ac:spMk id="39" creationId="{67854E7C-7125-1B3F-9CBE-4B9F284E7714}"/>
          </ac:spMkLst>
        </pc:spChg>
        <pc:spChg chg="mod">
          <ac:chgData name="Santosh Adi" userId="1390784c809b8fa0" providerId="LiveId" clId="{3A05ED0D-2807-4ECB-B3AD-F21AC6C5E3CA}" dt="2026-08-28T11:30:15.581" v="301"/>
          <ac:spMkLst>
            <pc:docMk/>
            <pc:sldMk cId="3708030215" sldId="263"/>
            <ac:spMk id="53" creationId="{B447E24F-BFA4-9EA0-5AC7-0D640F7A3EA2}"/>
          </ac:spMkLst>
        </pc:spChg>
        <pc:spChg chg="mod">
          <ac:chgData name="Santosh Adi" userId="1390784c809b8fa0" providerId="LiveId" clId="{3A05ED0D-2807-4ECB-B3AD-F21AC6C5E3CA}" dt="2026-08-28T11:30:15.581" v="301"/>
          <ac:spMkLst>
            <pc:docMk/>
            <pc:sldMk cId="3708030215" sldId="263"/>
            <ac:spMk id="60" creationId="{0F5F5E85-B559-9282-D76C-7A21BC553DDC}"/>
          </ac:spMkLst>
        </pc:spChg>
        <pc:spChg chg="mod">
          <ac:chgData name="Santosh Adi" userId="1390784c809b8fa0" providerId="LiveId" clId="{3A05ED0D-2807-4ECB-B3AD-F21AC6C5E3CA}" dt="2026-08-28T11:30:15.581" v="301"/>
          <ac:spMkLst>
            <pc:docMk/>
            <pc:sldMk cId="3708030215" sldId="263"/>
            <ac:spMk id="61" creationId="{E094E94E-F454-001B-1BFE-FEC3821AB09B}"/>
          </ac:spMkLst>
        </pc:spChg>
        <pc:spChg chg="mod">
          <ac:chgData name="Santosh Adi" userId="1390784c809b8fa0" providerId="LiveId" clId="{3A05ED0D-2807-4ECB-B3AD-F21AC6C5E3CA}" dt="2026-08-28T11:30:15.581" v="301"/>
          <ac:spMkLst>
            <pc:docMk/>
            <pc:sldMk cId="3708030215" sldId="263"/>
            <ac:spMk id="62" creationId="{9411265B-8B82-39C8-7F9B-D66A1EF37973}"/>
          </ac:spMkLst>
        </pc:spChg>
        <pc:spChg chg="mod ord">
          <ac:chgData name="Santosh Adi" userId="1390784c809b8fa0" providerId="LiveId" clId="{3A05ED0D-2807-4ECB-B3AD-F21AC6C5E3CA}" dt="2026-08-28T11:35:40.488" v="432" actId="1076"/>
          <ac:spMkLst>
            <pc:docMk/>
            <pc:sldMk cId="3708030215" sldId="263"/>
            <ac:spMk id="68" creationId="{1B9F7568-07E7-BF85-68E0-90A7C4F010F2}"/>
          </ac:spMkLst>
        </pc:spChg>
        <pc:spChg chg="del">
          <ac:chgData name="Santosh Adi" userId="1390784c809b8fa0" providerId="LiveId" clId="{3A05ED0D-2807-4ECB-B3AD-F21AC6C5E3CA}" dt="2026-08-28T11:35:44.420" v="433" actId="478"/>
          <ac:spMkLst>
            <pc:docMk/>
            <pc:sldMk cId="3708030215" sldId="263"/>
            <ac:spMk id="69" creationId="{8FCE415F-4D21-6F37-8EC2-64B69B4345BB}"/>
          </ac:spMkLst>
        </pc:spChg>
        <pc:spChg chg="del">
          <ac:chgData name="Santosh Adi" userId="1390784c809b8fa0" providerId="LiveId" clId="{3A05ED0D-2807-4ECB-B3AD-F21AC6C5E3CA}" dt="2026-08-28T11:35:16.009" v="388" actId="478"/>
          <ac:spMkLst>
            <pc:docMk/>
            <pc:sldMk cId="3708030215" sldId="263"/>
            <ac:spMk id="70" creationId="{8CC90979-359D-F979-F5C3-38E1B0AFBDBC}"/>
          </ac:spMkLst>
        </pc:spChg>
        <pc:spChg chg="del">
          <ac:chgData name="Santosh Adi" userId="1390784c809b8fa0" providerId="LiveId" clId="{3A05ED0D-2807-4ECB-B3AD-F21AC6C5E3CA}" dt="2026-08-28T11:35:14.184" v="385" actId="478"/>
          <ac:spMkLst>
            <pc:docMk/>
            <pc:sldMk cId="3708030215" sldId="263"/>
            <ac:spMk id="71" creationId="{0B9905C2-38FD-0D46-35D8-CBBC5149F5C4}"/>
          </ac:spMkLst>
        </pc:spChg>
        <pc:spChg chg="mod">
          <ac:chgData name="Santosh Adi" userId="1390784c809b8fa0" providerId="LiveId" clId="{3A05ED0D-2807-4ECB-B3AD-F21AC6C5E3CA}" dt="2026-08-28T11:25:40.217" v="180" actId="1076"/>
          <ac:spMkLst>
            <pc:docMk/>
            <pc:sldMk cId="3708030215" sldId="263"/>
            <ac:spMk id="72" creationId="{24D40562-A44C-03E3-D3A8-1395E63C6BA2}"/>
          </ac:spMkLst>
        </pc:spChg>
        <pc:spChg chg="mod">
          <ac:chgData name="Santosh Adi" userId="1390784c809b8fa0" providerId="LiveId" clId="{3A05ED0D-2807-4ECB-B3AD-F21AC6C5E3CA}" dt="2026-08-28T11:30:15.581" v="301"/>
          <ac:spMkLst>
            <pc:docMk/>
            <pc:sldMk cId="3708030215" sldId="263"/>
            <ac:spMk id="77" creationId="{1A3691D8-ACD1-10F7-5876-A32AC825EB58}"/>
          </ac:spMkLst>
        </pc:spChg>
        <pc:spChg chg="mod">
          <ac:chgData name="Santosh Adi" userId="1390784c809b8fa0" providerId="LiveId" clId="{3A05ED0D-2807-4ECB-B3AD-F21AC6C5E3CA}" dt="2026-08-28T11:30:15.581" v="301"/>
          <ac:spMkLst>
            <pc:docMk/>
            <pc:sldMk cId="3708030215" sldId="263"/>
            <ac:spMk id="78" creationId="{4DF92945-8A82-1611-9CAF-B4159BEA296E}"/>
          </ac:spMkLst>
        </pc:spChg>
        <pc:spChg chg="del mod">
          <ac:chgData name="Santosh Adi" userId="1390784c809b8fa0" providerId="LiveId" clId="{3A05ED0D-2807-4ECB-B3AD-F21AC6C5E3CA}" dt="2026-08-28T11:35:50.745" v="435" actId="478"/>
          <ac:spMkLst>
            <pc:docMk/>
            <pc:sldMk cId="3708030215" sldId="263"/>
            <ac:spMk id="81" creationId="{DC9334E5-44EE-19C2-4C6A-F3CA050B8C3D}"/>
          </ac:spMkLst>
        </pc:spChg>
        <pc:spChg chg="mod">
          <ac:chgData name="Santosh Adi" userId="1390784c809b8fa0" providerId="LiveId" clId="{3A05ED0D-2807-4ECB-B3AD-F21AC6C5E3CA}" dt="2026-08-28T11:24:47.390" v="85"/>
          <ac:spMkLst>
            <pc:docMk/>
            <pc:sldMk cId="3708030215" sldId="263"/>
            <ac:spMk id="82" creationId="{00023DF8-5DCD-EC27-2BF8-D6AD46E67CA4}"/>
          </ac:spMkLst>
        </pc:spChg>
        <pc:spChg chg="mod">
          <ac:chgData name="Santosh Adi" userId="1390784c809b8fa0" providerId="LiveId" clId="{3A05ED0D-2807-4ECB-B3AD-F21AC6C5E3CA}" dt="2026-08-28T11:26:30.455" v="199" actId="207"/>
          <ac:spMkLst>
            <pc:docMk/>
            <pc:sldMk cId="3708030215" sldId="263"/>
            <ac:spMk id="84" creationId="{F43EF3C8-8E96-17E4-0E28-A35D12973CE0}"/>
          </ac:spMkLst>
        </pc:spChg>
        <pc:spChg chg="mod">
          <ac:chgData name="Santosh Adi" userId="1390784c809b8fa0" providerId="LiveId" clId="{3A05ED0D-2807-4ECB-B3AD-F21AC6C5E3CA}" dt="2026-08-28T11:28:16.026" v="260" actId="1076"/>
          <ac:spMkLst>
            <pc:docMk/>
            <pc:sldMk cId="3708030215" sldId="263"/>
            <ac:spMk id="85" creationId="{75A1C9F1-509E-0DD4-36E4-01FC92EEE168}"/>
          </ac:spMkLst>
        </pc:spChg>
        <pc:spChg chg="mod">
          <ac:chgData name="Santosh Adi" userId="1390784c809b8fa0" providerId="LiveId" clId="{3A05ED0D-2807-4ECB-B3AD-F21AC6C5E3CA}" dt="2026-08-28T11:29:00.207" v="290" actId="20577"/>
          <ac:spMkLst>
            <pc:docMk/>
            <pc:sldMk cId="3708030215" sldId="263"/>
            <ac:spMk id="86" creationId="{351721E7-FE6C-E109-F529-287853692518}"/>
          </ac:spMkLst>
        </pc:spChg>
        <pc:spChg chg="mod">
          <ac:chgData name="Santosh Adi" userId="1390784c809b8fa0" providerId="LiveId" clId="{3A05ED0D-2807-4ECB-B3AD-F21AC6C5E3CA}" dt="2026-08-28T11:29:30.831" v="295" actId="207"/>
          <ac:spMkLst>
            <pc:docMk/>
            <pc:sldMk cId="3708030215" sldId="263"/>
            <ac:spMk id="90" creationId="{28108BB7-A2EB-BF5B-806C-B730F4E41F34}"/>
          </ac:spMkLst>
        </pc:spChg>
        <pc:spChg chg="mod">
          <ac:chgData name="Santosh Adi" userId="1390784c809b8fa0" providerId="LiveId" clId="{3A05ED0D-2807-4ECB-B3AD-F21AC6C5E3CA}" dt="2026-08-28T11:30:17.860" v="302" actId="207"/>
          <ac:spMkLst>
            <pc:docMk/>
            <pc:sldMk cId="3708030215" sldId="263"/>
            <ac:spMk id="91" creationId="{ABFA16E3-12F3-3A31-2369-AC537F90EFC1}"/>
          </ac:spMkLst>
        </pc:spChg>
        <pc:spChg chg="mod">
          <ac:chgData name="Santosh Adi" userId="1390784c809b8fa0" providerId="LiveId" clId="{3A05ED0D-2807-4ECB-B3AD-F21AC6C5E3CA}" dt="2026-08-28T11:30:15.581" v="301"/>
          <ac:spMkLst>
            <pc:docMk/>
            <pc:sldMk cId="3708030215" sldId="263"/>
            <ac:spMk id="92" creationId="{4F786AAD-754C-BF89-AB18-50C01037C801}"/>
          </ac:spMkLst>
        </pc:spChg>
        <pc:spChg chg="del mod">
          <ac:chgData name="Santosh Adi" userId="1390784c809b8fa0" providerId="LiveId" clId="{3A05ED0D-2807-4ECB-B3AD-F21AC6C5E3CA}" dt="2026-08-28T11:35:27.421" v="430" actId="478"/>
          <ac:spMkLst>
            <pc:docMk/>
            <pc:sldMk cId="3708030215" sldId="263"/>
            <ac:spMk id="93" creationId="{7174A4DD-EE58-E4A5-ABF8-E5A1D8EC2947}"/>
          </ac:spMkLst>
        </pc:spChg>
        <pc:spChg chg="mod">
          <ac:chgData name="Santosh Adi" userId="1390784c809b8fa0" providerId="LiveId" clId="{3A05ED0D-2807-4ECB-B3AD-F21AC6C5E3CA}" dt="2026-08-28T15:07:51.249" v="1327" actId="20577"/>
          <ac:spMkLst>
            <pc:docMk/>
            <pc:sldMk cId="3708030215" sldId="263"/>
            <ac:spMk id="95" creationId="{F1DFF579-5818-C3A4-EC78-0418A88AF218}"/>
          </ac:spMkLst>
        </pc:spChg>
        <pc:spChg chg="mod">
          <ac:chgData name="Santosh Adi" userId="1390784c809b8fa0" providerId="LiveId" clId="{3A05ED0D-2807-4ECB-B3AD-F21AC6C5E3CA}" dt="2026-08-28T11:30:15.581" v="301"/>
          <ac:spMkLst>
            <pc:docMk/>
            <pc:sldMk cId="3708030215" sldId="263"/>
            <ac:spMk id="96" creationId="{A7583A2A-E5D0-F1E2-C40C-81168562C8AE}"/>
          </ac:spMkLst>
        </pc:spChg>
        <pc:spChg chg="mod">
          <ac:chgData name="Santosh Adi" userId="1390784c809b8fa0" providerId="LiveId" clId="{3A05ED0D-2807-4ECB-B3AD-F21AC6C5E3CA}" dt="2026-08-28T11:30:39.631" v="322" actId="113"/>
          <ac:spMkLst>
            <pc:docMk/>
            <pc:sldMk cId="3708030215" sldId="263"/>
            <ac:spMk id="97" creationId="{8882C9F1-47A7-CB09-8C60-55918CA70DB9}"/>
          </ac:spMkLst>
        </pc:spChg>
        <pc:spChg chg="del">
          <ac:chgData name="Santosh Adi" userId="1390784c809b8fa0" providerId="LiveId" clId="{3A05ED0D-2807-4ECB-B3AD-F21AC6C5E3CA}" dt="2026-08-28T11:35:21.426" v="428" actId="478"/>
          <ac:spMkLst>
            <pc:docMk/>
            <pc:sldMk cId="3708030215" sldId="263"/>
            <ac:spMk id="98" creationId="{D43CA070-A09C-2CA0-46EA-D163837AC34E}"/>
          </ac:spMkLst>
        </pc:spChg>
        <pc:spChg chg="mod">
          <ac:chgData name="Santosh Adi" userId="1390784c809b8fa0" providerId="LiveId" clId="{3A05ED0D-2807-4ECB-B3AD-F21AC6C5E3CA}" dt="2026-08-28T11:33:12.432" v="372" actId="20577"/>
          <ac:spMkLst>
            <pc:docMk/>
            <pc:sldMk cId="3708030215" sldId="263"/>
            <ac:spMk id="99" creationId="{445D4C13-8DD3-2858-5483-3A1590381E82}"/>
          </ac:spMkLst>
        </pc:spChg>
        <pc:spChg chg="mod">
          <ac:chgData name="Santosh Adi" userId="1390784c809b8fa0" providerId="LiveId" clId="{3A05ED0D-2807-4ECB-B3AD-F21AC6C5E3CA}" dt="2026-08-28T11:29:53.106" v="299" actId="113"/>
          <ac:spMkLst>
            <pc:docMk/>
            <pc:sldMk cId="3708030215" sldId="263"/>
            <ac:spMk id="100" creationId="{CD5F0D59-D532-9D42-B9A2-540E07760B40}"/>
          </ac:spMkLst>
        </pc:spChg>
        <pc:spChg chg="mod">
          <ac:chgData name="Santosh Adi" userId="1390784c809b8fa0" providerId="LiveId" clId="{3A05ED0D-2807-4ECB-B3AD-F21AC6C5E3CA}" dt="2026-08-28T11:28:32.063" v="285" actId="20577"/>
          <ac:spMkLst>
            <pc:docMk/>
            <pc:sldMk cId="3708030215" sldId="263"/>
            <ac:spMk id="102" creationId="{E5B7F2B5-5B15-16C8-EB61-7D0E0EC77F83}"/>
          </ac:spMkLst>
        </pc:spChg>
        <pc:spChg chg="mod">
          <ac:chgData name="Santosh Adi" userId="1390784c809b8fa0" providerId="LiveId" clId="{3A05ED0D-2807-4ECB-B3AD-F21AC6C5E3CA}" dt="2026-08-28T11:31:28.726" v="331" actId="20577"/>
          <ac:spMkLst>
            <pc:docMk/>
            <pc:sldMk cId="3708030215" sldId="263"/>
            <ac:spMk id="103" creationId="{EADA19C0-BF77-DCA2-E620-7A779663CCBC}"/>
          </ac:spMkLst>
        </pc:spChg>
        <pc:spChg chg="mod">
          <ac:chgData name="Santosh Adi" userId="1390784c809b8fa0" providerId="LiveId" clId="{3A05ED0D-2807-4ECB-B3AD-F21AC6C5E3CA}" dt="2026-08-28T11:31:41.499" v="347" actId="20577"/>
          <ac:spMkLst>
            <pc:docMk/>
            <pc:sldMk cId="3708030215" sldId="263"/>
            <ac:spMk id="104" creationId="{469C0639-2AA0-84FF-686E-3DA35C3EBA5B}"/>
          </ac:spMkLst>
        </pc:spChg>
        <pc:spChg chg="mod">
          <ac:chgData name="Santosh Adi" userId="1390784c809b8fa0" providerId="LiveId" clId="{3A05ED0D-2807-4ECB-B3AD-F21AC6C5E3CA}" dt="2026-08-28T11:31:57.718" v="362" actId="20577"/>
          <ac:spMkLst>
            <pc:docMk/>
            <pc:sldMk cId="3708030215" sldId="263"/>
            <ac:spMk id="105" creationId="{ECB2A106-D305-9881-1DF2-B3165D5719DD}"/>
          </ac:spMkLst>
        </pc:spChg>
        <pc:spChg chg="mod">
          <ac:chgData name="Santosh Adi" userId="1390784c809b8fa0" providerId="LiveId" clId="{3A05ED0D-2807-4ECB-B3AD-F21AC6C5E3CA}" dt="2026-08-28T11:35:12.250" v="384" actId="20577"/>
          <ac:spMkLst>
            <pc:docMk/>
            <pc:sldMk cId="3708030215" sldId="263"/>
            <ac:spMk id="106" creationId="{270F9680-FA89-ADAB-EFA6-F5228723EBB3}"/>
          </ac:spMkLst>
        </pc:spChg>
        <pc:spChg chg="mod">
          <ac:chgData name="Santosh Adi" userId="1390784c809b8fa0" providerId="LiveId" clId="{3A05ED0D-2807-4ECB-B3AD-F21AC6C5E3CA}" dt="2026-08-28T11:31:35.422" v="338" actId="20577"/>
          <ac:spMkLst>
            <pc:docMk/>
            <pc:sldMk cId="3708030215" sldId="263"/>
            <ac:spMk id="107" creationId="{A17BC582-AA3B-5E13-EBE6-913B554F60ED}"/>
          </ac:spMkLst>
        </pc:spChg>
        <pc:spChg chg="mod">
          <ac:chgData name="Santosh Adi" userId="1390784c809b8fa0" providerId="LiveId" clId="{3A05ED0D-2807-4ECB-B3AD-F21AC6C5E3CA}" dt="2026-08-28T11:31:49.203" v="354" actId="20577"/>
          <ac:spMkLst>
            <pc:docMk/>
            <pc:sldMk cId="3708030215" sldId="263"/>
            <ac:spMk id="108" creationId="{4B188B36-EAED-A551-C00B-9E688AD76B19}"/>
          </ac:spMkLst>
        </pc:spChg>
        <pc:spChg chg="mod">
          <ac:chgData name="Santosh Adi" userId="1390784c809b8fa0" providerId="LiveId" clId="{3A05ED0D-2807-4ECB-B3AD-F21AC6C5E3CA}" dt="2026-08-28T11:51:21.673" v="468" actId="20577"/>
          <ac:spMkLst>
            <pc:docMk/>
            <pc:sldMk cId="3708030215" sldId="263"/>
            <ac:spMk id="109" creationId="{AAF60203-0FEA-1C74-BD2F-626CFE4C35F9}"/>
          </ac:spMkLst>
        </pc:spChg>
        <pc:grpChg chg="mod">
          <ac:chgData name="Santosh Adi" userId="1390784c809b8fa0" providerId="LiveId" clId="{3A05ED0D-2807-4ECB-B3AD-F21AC6C5E3CA}" dt="2026-08-28T11:39:43.748" v="452" actId="1076"/>
          <ac:grpSpMkLst>
            <pc:docMk/>
            <pc:sldMk cId="3708030215" sldId="263"/>
            <ac:grpSpMk id="3" creationId="{F48B067A-3AF8-881D-0267-1E2BB96620FC}"/>
          </ac:grpSpMkLst>
        </pc:grpChg>
        <pc:grpChg chg="mod">
          <ac:chgData name="Santosh Adi" userId="1390784c809b8fa0" providerId="LiveId" clId="{3A05ED0D-2807-4ECB-B3AD-F21AC6C5E3CA}" dt="2026-08-28T11:36:00.943" v="436" actId="1076"/>
          <ac:grpSpMkLst>
            <pc:docMk/>
            <pc:sldMk cId="3708030215" sldId="263"/>
            <ac:grpSpMk id="111" creationId="{A7E32A55-4703-C03A-BB16-CB6016E17EAC}"/>
          </ac:grpSpMkLst>
        </pc:grpChg>
        <pc:cxnChg chg="del mod">
          <ac:chgData name="Santosh Adi" userId="1390784c809b8fa0" providerId="LiveId" clId="{3A05ED0D-2807-4ECB-B3AD-F21AC6C5E3CA}" dt="2026-08-28T11:35:47.539" v="434" actId="478"/>
          <ac:cxnSpMkLst>
            <pc:docMk/>
            <pc:sldMk cId="3708030215" sldId="263"/>
            <ac:cxnSpMk id="10" creationId="{DC2EC6B7-6820-A125-9C72-BF761B0FB149}"/>
          </ac:cxnSpMkLst>
        </pc:cxnChg>
      </pc:sldChg>
      <pc:sldChg chg="addSp delSp modSp add mod modTransition setBg">
        <pc:chgData name="Santosh Adi" userId="1390784c809b8fa0" providerId="LiveId" clId="{3A05ED0D-2807-4ECB-B3AD-F21AC6C5E3CA}" dt="2026-08-28T15:09:15.645" v="1339"/>
        <pc:sldMkLst>
          <pc:docMk/>
          <pc:sldMk cId="76578080" sldId="264"/>
        </pc:sldMkLst>
        <pc:spChg chg="mod">
          <ac:chgData name="Santosh Adi" userId="1390784c809b8fa0" providerId="LiveId" clId="{3A05ED0D-2807-4ECB-B3AD-F21AC6C5E3CA}" dt="2026-08-28T12:01:47.977" v="510" actId="207"/>
          <ac:spMkLst>
            <pc:docMk/>
            <pc:sldMk cId="76578080" sldId="264"/>
            <ac:spMk id="2" creationId="{CDFAD3EE-9341-13F2-3EC4-02CCED49ED97}"/>
          </ac:spMkLst>
        </pc:spChg>
        <pc:spChg chg="mod">
          <ac:chgData name="Santosh Adi" userId="1390784c809b8fa0" providerId="LiveId" clId="{3A05ED0D-2807-4ECB-B3AD-F21AC6C5E3CA}" dt="2026-08-28T12:04:58.393" v="521"/>
          <ac:spMkLst>
            <pc:docMk/>
            <pc:sldMk cId="76578080" sldId="264"/>
            <ac:spMk id="34" creationId="{408EB24A-5135-CCFE-9022-0DD94269B243}"/>
          </ac:spMkLst>
        </pc:spChg>
        <pc:spChg chg="mod">
          <ac:chgData name="Santosh Adi" userId="1390784c809b8fa0" providerId="LiveId" clId="{3A05ED0D-2807-4ECB-B3AD-F21AC6C5E3CA}" dt="2026-08-28T12:04:58.393" v="521"/>
          <ac:spMkLst>
            <pc:docMk/>
            <pc:sldMk cId="76578080" sldId="264"/>
            <ac:spMk id="35" creationId="{29B59EC5-BB36-5577-DD18-029D36BB3750}"/>
          </ac:spMkLst>
        </pc:spChg>
        <pc:spChg chg="mod">
          <ac:chgData name="Santosh Adi" userId="1390784c809b8fa0" providerId="LiveId" clId="{3A05ED0D-2807-4ECB-B3AD-F21AC6C5E3CA}" dt="2026-08-28T12:04:58.393" v="521"/>
          <ac:spMkLst>
            <pc:docMk/>
            <pc:sldMk cId="76578080" sldId="264"/>
            <ac:spMk id="40" creationId="{A0A13DA7-0136-1889-3745-52326A4C0472}"/>
          </ac:spMkLst>
        </pc:spChg>
        <pc:spChg chg="mod">
          <ac:chgData name="Santosh Adi" userId="1390784c809b8fa0" providerId="LiveId" clId="{3A05ED0D-2807-4ECB-B3AD-F21AC6C5E3CA}" dt="2026-08-28T12:04:58.393" v="521"/>
          <ac:spMkLst>
            <pc:docMk/>
            <pc:sldMk cId="76578080" sldId="264"/>
            <ac:spMk id="41" creationId="{5B30680D-9804-022B-A236-509B96B423D9}"/>
          </ac:spMkLst>
        </pc:spChg>
        <pc:spChg chg="mod">
          <ac:chgData name="Santosh Adi" userId="1390784c809b8fa0" providerId="LiveId" clId="{3A05ED0D-2807-4ECB-B3AD-F21AC6C5E3CA}" dt="2026-08-28T12:04:58.393" v="521"/>
          <ac:spMkLst>
            <pc:docMk/>
            <pc:sldMk cId="76578080" sldId="264"/>
            <ac:spMk id="46" creationId="{1BB1A168-AD58-3DCE-DE87-940740476DEB}"/>
          </ac:spMkLst>
        </pc:spChg>
        <pc:spChg chg="mod">
          <ac:chgData name="Santosh Adi" userId="1390784c809b8fa0" providerId="LiveId" clId="{3A05ED0D-2807-4ECB-B3AD-F21AC6C5E3CA}" dt="2026-08-28T12:04:58.393" v="521"/>
          <ac:spMkLst>
            <pc:docMk/>
            <pc:sldMk cId="76578080" sldId="264"/>
            <ac:spMk id="49" creationId="{BAE214B4-26FD-9CA6-AA4D-26A325F65795}"/>
          </ac:spMkLst>
        </pc:spChg>
        <pc:spChg chg="mod">
          <ac:chgData name="Santosh Adi" userId="1390784c809b8fa0" providerId="LiveId" clId="{3A05ED0D-2807-4ECB-B3AD-F21AC6C5E3CA}" dt="2026-08-28T12:04:58.393" v="521"/>
          <ac:spMkLst>
            <pc:docMk/>
            <pc:sldMk cId="76578080" sldId="264"/>
            <ac:spMk id="50" creationId="{6F7F91DB-54FE-AEE5-9CBE-C0B2234E3341}"/>
          </ac:spMkLst>
        </pc:spChg>
        <pc:spChg chg="mod">
          <ac:chgData name="Santosh Adi" userId="1390784c809b8fa0" providerId="LiveId" clId="{3A05ED0D-2807-4ECB-B3AD-F21AC6C5E3CA}" dt="2026-08-28T12:04:34.125" v="516" actId="20577"/>
          <ac:spMkLst>
            <pc:docMk/>
            <pc:sldMk cId="76578080" sldId="264"/>
            <ac:spMk id="51" creationId="{E21E85D6-D965-34CC-AD81-3DCE6923D9C4}"/>
          </ac:spMkLst>
        </pc:spChg>
        <pc:spChg chg="mod">
          <ac:chgData name="Santosh Adi" userId="1390784c809b8fa0" providerId="LiveId" clId="{3A05ED0D-2807-4ECB-B3AD-F21AC6C5E3CA}" dt="2026-08-28T12:04:43.745" v="518" actId="20577"/>
          <ac:spMkLst>
            <pc:docMk/>
            <pc:sldMk cId="76578080" sldId="264"/>
            <ac:spMk id="52" creationId="{8D364FBF-C84F-A643-12BD-837C1E2C1938}"/>
          </ac:spMkLst>
        </pc:spChg>
        <pc:spChg chg="mod">
          <ac:chgData name="Santosh Adi" userId="1390784c809b8fa0" providerId="LiveId" clId="{3A05ED0D-2807-4ECB-B3AD-F21AC6C5E3CA}" dt="2026-08-28T12:04:58.393" v="521"/>
          <ac:spMkLst>
            <pc:docMk/>
            <pc:sldMk cId="76578080" sldId="264"/>
            <ac:spMk id="53" creationId="{7B070863-D956-F9D3-7E61-62A098DC0729}"/>
          </ac:spMkLst>
        </pc:spChg>
        <pc:spChg chg="mod">
          <ac:chgData name="Santosh Adi" userId="1390784c809b8fa0" providerId="LiveId" clId="{3A05ED0D-2807-4ECB-B3AD-F21AC6C5E3CA}" dt="2026-08-28T12:05:17.329" v="544" actId="20577"/>
          <ac:spMkLst>
            <pc:docMk/>
            <pc:sldMk cId="76578080" sldId="264"/>
            <ac:spMk id="54" creationId="{AE2B68C5-FF33-71EE-5C3A-B065BC1B4A09}"/>
          </ac:spMkLst>
        </pc:spChg>
        <pc:spChg chg="mod">
          <ac:chgData name="Santosh Adi" userId="1390784c809b8fa0" providerId="LiveId" clId="{3A05ED0D-2807-4ECB-B3AD-F21AC6C5E3CA}" dt="2026-08-28T12:05:29.697" v="563" actId="20577"/>
          <ac:spMkLst>
            <pc:docMk/>
            <pc:sldMk cId="76578080" sldId="264"/>
            <ac:spMk id="55" creationId="{C63B0C6C-B874-B4AA-EF37-45FF51CB6CF8}"/>
          </ac:spMkLst>
        </pc:spChg>
        <pc:spChg chg="mod">
          <ac:chgData name="Santosh Adi" userId="1390784c809b8fa0" providerId="LiveId" clId="{3A05ED0D-2807-4ECB-B3AD-F21AC6C5E3CA}" dt="2026-08-28T12:05:39.590" v="571" actId="113"/>
          <ac:spMkLst>
            <pc:docMk/>
            <pc:sldMk cId="76578080" sldId="264"/>
            <ac:spMk id="56" creationId="{ED247812-E235-E196-B415-B3C9D159B459}"/>
          </ac:spMkLst>
        </pc:spChg>
        <pc:spChg chg="mod">
          <ac:chgData name="Santosh Adi" userId="1390784c809b8fa0" providerId="LiveId" clId="{3A05ED0D-2807-4ECB-B3AD-F21AC6C5E3CA}" dt="2026-08-28T12:05:52.403" v="590" actId="113"/>
          <ac:spMkLst>
            <pc:docMk/>
            <pc:sldMk cId="76578080" sldId="264"/>
            <ac:spMk id="57" creationId="{4B418F3D-3549-CD0D-DE31-A2F30696B45B}"/>
          </ac:spMkLst>
        </pc:spChg>
        <pc:spChg chg="mod">
          <ac:chgData name="Santosh Adi" userId="1390784c809b8fa0" providerId="LiveId" clId="{3A05ED0D-2807-4ECB-B3AD-F21AC6C5E3CA}" dt="2026-08-28T12:06:02.740" v="604" actId="113"/>
          <ac:spMkLst>
            <pc:docMk/>
            <pc:sldMk cId="76578080" sldId="264"/>
            <ac:spMk id="58" creationId="{AB894C14-3AF2-E117-6DFD-B39DB4F4D63F}"/>
          </ac:spMkLst>
        </pc:spChg>
        <pc:spChg chg="mod">
          <ac:chgData name="Santosh Adi" userId="1390784c809b8fa0" providerId="LiveId" clId="{3A05ED0D-2807-4ECB-B3AD-F21AC6C5E3CA}" dt="2026-08-28T12:06:22.280" v="606" actId="20577"/>
          <ac:spMkLst>
            <pc:docMk/>
            <pc:sldMk cId="76578080" sldId="264"/>
            <ac:spMk id="59" creationId="{A8370832-25F0-8DFF-AD70-862DE63F511D}"/>
          </ac:spMkLst>
        </pc:spChg>
        <pc:spChg chg="mod">
          <ac:chgData name="Santosh Adi" userId="1390784c809b8fa0" providerId="LiveId" clId="{3A05ED0D-2807-4ECB-B3AD-F21AC6C5E3CA}" dt="2026-08-28T12:06:24.472" v="608" actId="20577"/>
          <ac:spMkLst>
            <pc:docMk/>
            <pc:sldMk cId="76578080" sldId="264"/>
            <ac:spMk id="60" creationId="{095D8BD2-A219-3C7D-9584-634CC869755A}"/>
          </ac:spMkLst>
        </pc:spChg>
        <pc:spChg chg="mod">
          <ac:chgData name="Santosh Adi" userId="1390784c809b8fa0" providerId="LiveId" clId="{3A05ED0D-2807-4ECB-B3AD-F21AC6C5E3CA}" dt="2026-08-28T12:06:27.787" v="610" actId="20577"/>
          <ac:spMkLst>
            <pc:docMk/>
            <pc:sldMk cId="76578080" sldId="264"/>
            <ac:spMk id="61" creationId="{512C710E-0200-A0E4-FA74-4CCEA4B26F1E}"/>
          </ac:spMkLst>
        </pc:spChg>
        <pc:spChg chg="mod">
          <ac:chgData name="Santosh Adi" userId="1390784c809b8fa0" providerId="LiveId" clId="{3A05ED0D-2807-4ECB-B3AD-F21AC6C5E3CA}" dt="2026-08-28T12:06:29.633" v="612" actId="20577"/>
          <ac:spMkLst>
            <pc:docMk/>
            <pc:sldMk cId="76578080" sldId="264"/>
            <ac:spMk id="62" creationId="{1496FB2F-0F76-3C4D-E2BE-AB7F2B82B0B3}"/>
          </ac:spMkLst>
        </pc:spChg>
        <pc:spChg chg="mod">
          <ac:chgData name="Santosh Adi" userId="1390784c809b8fa0" providerId="LiveId" clId="{3A05ED0D-2807-4ECB-B3AD-F21AC6C5E3CA}" dt="2026-08-28T12:06:31.345" v="614" actId="20577"/>
          <ac:spMkLst>
            <pc:docMk/>
            <pc:sldMk cId="76578080" sldId="264"/>
            <ac:spMk id="63" creationId="{00A0F34E-FB67-3B0F-C6E0-BB8253600BB5}"/>
          </ac:spMkLst>
        </pc:spChg>
        <pc:grpChg chg="mod">
          <ac:chgData name="Santosh Adi" userId="1390784c809b8fa0" providerId="LiveId" clId="{3A05ED0D-2807-4ECB-B3AD-F21AC6C5E3CA}" dt="2026-08-28T12:18:39.227" v="681" actId="1076"/>
          <ac:grpSpMkLst>
            <pc:docMk/>
            <pc:sldMk cId="76578080" sldId="264"/>
            <ac:grpSpMk id="22" creationId="{934413A6-FC32-A737-6C50-A642B5D54773}"/>
          </ac:grpSpMkLst>
        </pc:grpChg>
        <pc:grpChg chg="mod">
          <ac:chgData name="Santosh Adi" userId="1390784c809b8fa0" providerId="LiveId" clId="{3A05ED0D-2807-4ECB-B3AD-F21AC6C5E3CA}" dt="2026-08-28T12:14:17.655" v="646" actId="1076"/>
          <ac:grpSpMkLst>
            <pc:docMk/>
            <pc:sldMk cId="76578080" sldId="264"/>
            <ac:grpSpMk id="70" creationId="{D2328721-9B66-6A0C-1C5F-493FD599DE8E}"/>
          </ac:grpSpMkLst>
        </pc:grpChg>
        <pc:picChg chg="add mod">
          <ac:chgData name="Santosh Adi" userId="1390784c809b8fa0" providerId="LiveId" clId="{3A05ED0D-2807-4ECB-B3AD-F21AC6C5E3CA}" dt="2026-08-28T12:15:50.949" v="661" actId="164"/>
          <ac:picMkLst>
            <pc:docMk/>
            <pc:sldMk cId="76578080" sldId="264"/>
            <ac:picMk id="11" creationId="{845D6D70-5780-93D5-AF57-15289CBEBA45}"/>
          </ac:picMkLst>
        </pc:picChg>
        <pc:picChg chg="add mod">
          <ac:chgData name="Santosh Adi" userId="1390784c809b8fa0" providerId="LiveId" clId="{3A05ED0D-2807-4ECB-B3AD-F21AC6C5E3CA}" dt="2026-08-28T12:15:50.949" v="661" actId="164"/>
          <ac:picMkLst>
            <pc:docMk/>
            <pc:sldMk cId="76578080" sldId="264"/>
            <ac:picMk id="12" creationId="{EF725D72-71A0-48CC-7253-771FA0309726}"/>
          </ac:picMkLst>
        </pc:picChg>
        <pc:picChg chg="add mod">
          <ac:chgData name="Santosh Adi" userId="1390784c809b8fa0" providerId="LiveId" clId="{3A05ED0D-2807-4ECB-B3AD-F21AC6C5E3CA}" dt="2026-08-28T12:15:50.949" v="661" actId="164"/>
          <ac:picMkLst>
            <pc:docMk/>
            <pc:sldMk cId="76578080" sldId="264"/>
            <ac:picMk id="13" creationId="{F607E4CD-D41C-66EC-55D6-592099514B10}"/>
          </ac:picMkLst>
        </pc:picChg>
        <pc:picChg chg="add mod">
          <ac:chgData name="Santosh Adi" userId="1390784c809b8fa0" providerId="LiveId" clId="{3A05ED0D-2807-4ECB-B3AD-F21AC6C5E3CA}" dt="2026-08-28T12:15:50.949" v="661" actId="164"/>
          <ac:picMkLst>
            <pc:docMk/>
            <pc:sldMk cId="76578080" sldId="264"/>
            <ac:picMk id="14" creationId="{0916DE14-7B7B-D872-0B69-AB45F7242DD1}"/>
          </ac:picMkLst>
        </pc:picChg>
        <pc:picChg chg="add mod">
          <ac:chgData name="Santosh Adi" userId="1390784c809b8fa0" providerId="LiveId" clId="{3A05ED0D-2807-4ECB-B3AD-F21AC6C5E3CA}" dt="2026-08-28T12:15:50.949" v="661" actId="164"/>
          <ac:picMkLst>
            <pc:docMk/>
            <pc:sldMk cId="76578080" sldId="264"/>
            <ac:picMk id="15" creationId="{D2CE17E9-67EC-B4BD-7E07-27A8BCA0BEE1}"/>
          </ac:picMkLst>
        </pc:picChg>
        <pc:picChg chg="add mod">
          <ac:chgData name="Santosh Adi" userId="1390784c809b8fa0" providerId="LiveId" clId="{3A05ED0D-2807-4ECB-B3AD-F21AC6C5E3CA}" dt="2026-08-28T12:15:50.949" v="661" actId="164"/>
          <ac:picMkLst>
            <pc:docMk/>
            <pc:sldMk cId="76578080" sldId="264"/>
            <ac:picMk id="16" creationId="{6FCF8B32-537A-47EC-D4DA-07D2D2E94612}"/>
          </ac:picMkLst>
        </pc:picChg>
        <pc:picChg chg="add mod">
          <ac:chgData name="Santosh Adi" userId="1390784c809b8fa0" providerId="LiveId" clId="{3A05ED0D-2807-4ECB-B3AD-F21AC6C5E3CA}" dt="2026-08-28T12:15:50.949" v="661" actId="164"/>
          <ac:picMkLst>
            <pc:docMk/>
            <pc:sldMk cId="76578080" sldId="264"/>
            <ac:picMk id="17" creationId="{17AB8904-CFF9-57F1-AF18-FF2E64AD8217}"/>
          </ac:picMkLst>
        </pc:picChg>
        <pc:picChg chg="add mod">
          <ac:chgData name="Santosh Adi" userId="1390784c809b8fa0" providerId="LiveId" clId="{3A05ED0D-2807-4ECB-B3AD-F21AC6C5E3CA}" dt="2026-08-28T12:15:50.949" v="661" actId="164"/>
          <ac:picMkLst>
            <pc:docMk/>
            <pc:sldMk cId="76578080" sldId="264"/>
            <ac:picMk id="18" creationId="{742F55A1-DE97-4A35-A55F-A1C61EDEB39A}"/>
          </ac:picMkLst>
        </pc:picChg>
        <pc:picChg chg="add mod">
          <ac:chgData name="Santosh Adi" userId="1390784c809b8fa0" providerId="LiveId" clId="{3A05ED0D-2807-4ECB-B3AD-F21AC6C5E3CA}" dt="2026-08-28T12:15:50.949" v="661" actId="164"/>
          <ac:picMkLst>
            <pc:docMk/>
            <pc:sldMk cId="76578080" sldId="264"/>
            <ac:picMk id="19" creationId="{F1468F17-D25C-B48C-4EA2-E2358EA3019C}"/>
          </ac:picMkLst>
        </pc:picChg>
        <pc:picChg chg="add mod">
          <ac:chgData name="Santosh Adi" userId="1390784c809b8fa0" providerId="LiveId" clId="{3A05ED0D-2807-4ECB-B3AD-F21AC6C5E3CA}" dt="2026-08-28T12:15:50.949" v="661" actId="164"/>
          <ac:picMkLst>
            <pc:docMk/>
            <pc:sldMk cId="76578080" sldId="264"/>
            <ac:picMk id="20" creationId="{ACB9DF41-328C-0B5B-2D01-645F2A8A10B7}"/>
          </ac:picMkLst>
        </pc:picChg>
        <pc:picChg chg="add mod">
          <ac:chgData name="Santosh Adi" userId="1390784c809b8fa0" providerId="LiveId" clId="{3A05ED0D-2807-4ECB-B3AD-F21AC6C5E3CA}" dt="2026-08-28T12:15:05.949" v="659" actId="571"/>
          <ac:picMkLst>
            <pc:docMk/>
            <pc:sldMk cId="76578080" sldId="264"/>
            <ac:picMk id="21" creationId="{1FC6BEF2-C5EB-C53C-9C8F-F04E6A975698}"/>
          </ac:picMkLst>
        </pc:picChg>
        <pc:cxnChg chg="add del">
          <ac:chgData name="Santosh Adi" userId="1390784c809b8fa0" providerId="LiveId" clId="{3A05ED0D-2807-4ECB-B3AD-F21AC6C5E3CA}" dt="2026-08-28T12:12:07.983" v="636" actId="478"/>
          <ac:cxnSpMkLst>
            <pc:docMk/>
            <pc:sldMk cId="76578080" sldId="264"/>
            <ac:cxnSpMk id="4" creationId="{303F8977-AF0E-D28A-9617-C51310F4B72B}"/>
          </ac:cxnSpMkLst>
        </pc:cxnChg>
        <pc:cxnChg chg="add del mod">
          <ac:chgData name="Santosh Adi" userId="1390784c809b8fa0" providerId="LiveId" clId="{3A05ED0D-2807-4ECB-B3AD-F21AC6C5E3CA}" dt="2026-08-28T12:12:05.646" v="635" actId="478"/>
          <ac:cxnSpMkLst>
            <pc:docMk/>
            <pc:sldMk cId="76578080" sldId="264"/>
            <ac:cxnSpMk id="6" creationId="{994D7210-D9CF-A91C-D680-C254485D68BB}"/>
          </ac:cxnSpMkLst>
        </pc:cxnChg>
        <pc:cxnChg chg="add del">
          <ac:chgData name="Santosh Adi" userId="1390784c809b8fa0" providerId="LiveId" clId="{3A05ED0D-2807-4ECB-B3AD-F21AC6C5E3CA}" dt="2026-08-28T12:13:29.805" v="643" actId="478"/>
          <ac:cxnSpMkLst>
            <pc:docMk/>
            <pc:sldMk cId="76578080" sldId="264"/>
            <ac:cxnSpMk id="9" creationId="{2D24D7B8-B9C8-2446-EC4C-84D34EF28A86}"/>
          </ac:cxnSpMkLst>
        </pc:cxnChg>
      </pc:sldChg>
      <pc:sldChg chg="add del setBg">
        <pc:chgData name="Santosh Adi" userId="1390784c809b8fa0" providerId="LiveId" clId="{3A05ED0D-2807-4ECB-B3AD-F21AC6C5E3CA}" dt="2026-08-28T12:08:15.456" v="624" actId="47"/>
        <pc:sldMkLst>
          <pc:docMk/>
          <pc:sldMk cId="1017409448" sldId="265"/>
        </pc:sldMkLst>
      </pc:sldChg>
      <pc:sldChg chg="addSp delSp modSp add mod modTransition setBg modAnim">
        <pc:chgData name="Santosh Adi" userId="1390784c809b8fa0" providerId="LiveId" clId="{3A05ED0D-2807-4ECB-B3AD-F21AC6C5E3CA}" dt="2026-08-28T15:09:27.744" v="1342"/>
        <pc:sldMkLst>
          <pc:docMk/>
          <pc:sldMk cId="3153809397" sldId="265"/>
        </pc:sldMkLst>
        <pc:spChg chg="del">
          <ac:chgData name="Santosh Adi" userId="1390784c809b8fa0" providerId="LiveId" clId="{3A05ED0D-2807-4ECB-B3AD-F21AC6C5E3CA}" dt="2026-08-28T12:09:15.327" v="628" actId="478"/>
          <ac:spMkLst>
            <pc:docMk/>
            <pc:sldMk cId="3153809397" sldId="265"/>
            <ac:spMk id="29" creationId="{ABCFA97E-6692-44D5-B037-6D595A3CB217}"/>
          </ac:spMkLst>
        </pc:spChg>
        <pc:spChg chg="mod topLvl">
          <ac:chgData name="Santosh Adi" userId="1390784c809b8fa0" providerId="LiveId" clId="{3A05ED0D-2807-4ECB-B3AD-F21AC6C5E3CA}" dt="2026-08-28T12:09:07.635" v="627" actId="165"/>
          <ac:spMkLst>
            <pc:docMk/>
            <pc:sldMk cId="3153809397" sldId="265"/>
            <ac:spMk id="30" creationId="{B17CF5F3-EE88-714C-EC78-87F1FB55AC53}"/>
          </ac:spMkLst>
        </pc:spChg>
        <pc:spChg chg="del mod topLvl">
          <ac:chgData name="Santosh Adi" userId="1390784c809b8fa0" providerId="LiveId" clId="{3A05ED0D-2807-4ECB-B3AD-F21AC6C5E3CA}" dt="2026-08-28T12:09:15.327" v="628" actId="478"/>
          <ac:spMkLst>
            <pc:docMk/>
            <pc:sldMk cId="3153809397" sldId="265"/>
            <ac:spMk id="31" creationId="{30B831A8-33F6-E27F-7273-630A6360804E}"/>
          </ac:spMkLst>
        </pc:spChg>
        <pc:spChg chg="mod topLvl">
          <ac:chgData name="Santosh Adi" userId="1390784c809b8fa0" providerId="LiveId" clId="{3A05ED0D-2807-4ECB-B3AD-F21AC6C5E3CA}" dt="2026-08-28T12:09:07.635" v="627" actId="165"/>
          <ac:spMkLst>
            <pc:docMk/>
            <pc:sldMk cId="3153809397" sldId="265"/>
            <ac:spMk id="32" creationId="{CDBDC23F-74B9-4CCF-8520-82793C04BFDE}"/>
          </ac:spMkLst>
        </pc:spChg>
        <pc:spChg chg="mod topLvl">
          <ac:chgData name="Santosh Adi" userId="1390784c809b8fa0" providerId="LiveId" clId="{3A05ED0D-2807-4ECB-B3AD-F21AC6C5E3CA}" dt="2026-08-28T12:23:41.039" v="728"/>
          <ac:spMkLst>
            <pc:docMk/>
            <pc:sldMk cId="3153809397" sldId="265"/>
            <ac:spMk id="33" creationId="{D3BBF6F7-D3CC-7680-7D2F-3C856ABBF9C8}"/>
          </ac:spMkLst>
        </pc:spChg>
        <pc:spChg chg="mod">
          <ac:chgData name="Santosh Adi" userId="1390784c809b8fa0" providerId="LiveId" clId="{3A05ED0D-2807-4ECB-B3AD-F21AC6C5E3CA}" dt="2026-08-28T12:23:41.039" v="728"/>
          <ac:spMkLst>
            <pc:docMk/>
            <pc:sldMk cId="3153809397" sldId="265"/>
            <ac:spMk id="35" creationId="{E495D53C-1D4E-5DB1-F9D5-85E1DD7204E7}"/>
          </ac:spMkLst>
        </pc:spChg>
        <pc:spChg chg="mod topLvl">
          <ac:chgData name="Santosh Adi" userId="1390784c809b8fa0" providerId="LiveId" clId="{3A05ED0D-2807-4ECB-B3AD-F21AC6C5E3CA}" dt="2026-08-28T12:23:41.039" v="728"/>
          <ac:spMkLst>
            <pc:docMk/>
            <pc:sldMk cId="3153809397" sldId="265"/>
            <ac:spMk id="36" creationId="{1FC5AAF7-02CF-E9C5-0AA6-B6A747045377}"/>
          </ac:spMkLst>
        </pc:spChg>
        <pc:spChg chg="mod">
          <ac:chgData name="Santosh Adi" userId="1390784c809b8fa0" providerId="LiveId" clId="{3A05ED0D-2807-4ECB-B3AD-F21AC6C5E3CA}" dt="2026-08-28T12:09:19.563" v="629" actId="164"/>
          <ac:spMkLst>
            <pc:docMk/>
            <pc:sldMk cId="3153809397" sldId="265"/>
            <ac:spMk id="37" creationId="{1D397D27-8733-ADB1-5D9C-A89DD70CF13E}"/>
          </ac:spMkLst>
        </pc:spChg>
        <pc:spChg chg="mod">
          <ac:chgData name="Santosh Adi" userId="1390784c809b8fa0" providerId="LiveId" clId="{3A05ED0D-2807-4ECB-B3AD-F21AC6C5E3CA}" dt="2026-08-28T12:09:19.563" v="629" actId="164"/>
          <ac:spMkLst>
            <pc:docMk/>
            <pc:sldMk cId="3153809397" sldId="265"/>
            <ac:spMk id="38" creationId="{51BBBCCA-6BE2-12BB-F546-FD967BAE55F0}"/>
          </ac:spMkLst>
        </pc:spChg>
        <pc:spChg chg="del mod topLvl">
          <ac:chgData name="Santosh Adi" userId="1390784c809b8fa0" providerId="LiveId" clId="{3A05ED0D-2807-4ECB-B3AD-F21AC6C5E3CA}" dt="2026-08-28T12:09:15.327" v="628" actId="478"/>
          <ac:spMkLst>
            <pc:docMk/>
            <pc:sldMk cId="3153809397" sldId="265"/>
            <ac:spMk id="39" creationId="{4E2D5C31-8CD2-5CA1-3941-E77907BA7FB1}"/>
          </ac:spMkLst>
        </pc:spChg>
        <pc:spChg chg="del">
          <ac:chgData name="Santosh Adi" userId="1390784c809b8fa0" providerId="LiveId" clId="{3A05ED0D-2807-4ECB-B3AD-F21AC6C5E3CA}" dt="2026-08-28T12:09:15.327" v="628" actId="478"/>
          <ac:spMkLst>
            <pc:docMk/>
            <pc:sldMk cId="3153809397" sldId="265"/>
            <ac:spMk id="40" creationId="{FBF1AB93-6EB1-83E0-A693-98D728F5D6E6}"/>
          </ac:spMkLst>
        </pc:spChg>
        <pc:spChg chg="mod">
          <ac:chgData name="Santosh Adi" userId="1390784c809b8fa0" providerId="LiveId" clId="{3A05ED0D-2807-4ECB-B3AD-F21AC6C5E3CA}" dt="2026-08-28T12:09:19.563" v="629" actId="164"/>
          <ac:spMkLst>
            <pc:docMk/>
            <pc:sldMk cId="3153809397" sldId="265"/>
            <ac:spMk id="43" creationId="{715DCCFB-AC40-2BF0-B8E5-3C957C1C5475}"/>
          </ac:spMkLst>
        </pc:spChg>
        <pc:spChg chg="mod topLvl">
          <ac:chgData name="Santosh Adi" userId="1390784c809b8fa0" providerId="LiveId" clId="{3A05ED0D-2807-4ECB-B3AD-F21AC6C5E3CA}" dt="2026-08-28T12:23:41.039" v="728"/>
          <ac:spMkLst>
            <pc:docMk/>
            <pc:sldMk cId="3153809397" sldId="265"/>
            <ac:spMk id="44" creationId="{0D55657E-3CD5-FD1F-77FE-21C0075C3648}"/>
          </ac:spMkLst>
        </pc:spChg>
        <pc:spChg chg="mod">
          <ac:chgData name="Santosh Adi" userId="1390784c809b8fa0" providerId="LiveId" clId="{3A05ED0D-2807-4ECB-B3AD-F21AC6C5E3CA}" dt="2026-08-28T12:09:19.563" v="629" actId="164"/>
          <ac:spMkLst>
            <pc:docMk/>
            <pc:sldMk cId="3153809397" sldId="265"/>
            <ac:spMk id="48" creationId="{9A9AA143-04F3-0E57-3367-7FAE22CBDC7C}"/>
          </ac:spMkLst>
        </pc:spChg>
        <pc:spChg chg="mod">
          <ac:chgData name="Santosh Adi" userId="1390784c809b8fa0" providerId="LiveId" clId="{3A05ED0D-2807-4ECB-B3AD-F21AC6C5E3CA}" dt="2026-08-28T12:23:41.039" v="728"/>
          <ac:spMkLst>
            <pc:docMk/>
            <pc:sldMk cId="3153809397" sldId="265"/>
            <ac:spMk id="49" creationId="{C0324327-E1FC-E63F-9627-76B785B676A0}"/>
          </ac:spMkLst>
        </pc:spChg>
        <pc:spChg chg="mod">
          <ac:chgData name="Santosh Adi" userId="1390784c809b8fa0" providerId="LiveId" clId="{3A05ED0D-2807-4ECB-B3AD-F21AC6C5E3CA}" dt="2026-08-28T12:23:24.355" v="725" actId="20577"/>
          <ac:spMkLst>
            <pc:docMk/>
            <pc:sldMk cId="3153809397" sldId="265"/>
            <ac:spMk id="50" creationId="{D4D416A4-B04D-1AAA-B318-33B351791729}"/>
          </ac:spMkLst>
        </pc:spChg>
        <pc:spChg chg="mod">
          <ac:chgData name="Santosh Adi" userId="1390784c809b8fa0" providerId="LiveId" clId="{3A05ED0D-2807-4ECB-B3AD-F21AC6C5E3CA}" dt="2026-08-28T12:23:41.039" v="728"/>
          <ac:spMkLst>
            <pc:docMk/>
            <pc:sldMk cId="3153809397" sldId="265"/>
            <ac:spMk id="51" creationId="{5424522C-5C3C-9A50-B637-66274EFAD723}"/>
          </ac:spMkLst>
        </pc:spChg>
        <pc:spChg chg="del">
          <ac:chgData name="Santosh Adi" userId="1390784c809b8fa0" providerId="LiveId" clId="{3A05ED0D-2807-4ECB-B3AD-F21AC6C5E3CA}" dt="2026-08-28T12:09:15.327" v="628" actId="478"/>
          <ac:spMkLst>
            <pc:docMk/>
            <pc:sldMk cId="3153809397" sldId="265"/>
            <ac:spMk id="52" creationId="{CA52F5E3-E663-1461-A24D-25A2C82CBCC5}"/>
          </ac:spMkLst>
        </pc:spChg>
        <pc:spChg chg="del">
          <ac:chgData name="Santosh Adi" userId="1390784c809b8fa0" providerId="LiveId" clId="{3A05ED0D-2807-4ECB-B3AD-F21AC6C5E3CA}" dt="2026-08-28T12:09:15.327" v="628" actId="478"/>
          <ac:spMkLst>
            <pc:docMk/>
            <pc:sldMk cId="3153809397" sldId="265"/>
            <ac:spMk id="53" creationId="{DC5755CA-897E-2F28-D91E-191F97374C9A}"/>
          </ac:spMkLst>
        </pc:spChg>
        <pc:spChg chg="mod">
          <ac:chgData name="Santosh Adi" userId="1390784c809b8fa0" providerId="LiveId" clId="{3A05ED0D-2807-4ECB-B3AD-F21AC6C5E3CA}" dt="2026-08-28T12:23:41.039" v="728"/>
          <ac:spMkLst>
            <pc:docMk/>
            <pc:sldMk cId="3153809397" sldId="265"/>
            <ac:spMk id="54" creationId="{21B901F8-54CF-6125-67D1-9E46B8CE8453}"/>
          </ac:spMkLst>
        </pc:spChg>
        <pc:spChg chg="mod topLvl">
          <ac:chgData name="Santosh Adi" userId="1390784c809b8fa0" providerId="LiveId" clId="{3A05ED0D-2807-4ECB-B3AD-F21AC6C5E3CA}" dt="2026-08-28T12:23:41.039" v="728"/>
          <ac:spMkLst>
            <pc:docMk/>
            <pc:sldMk cId="3153809397" sldId="265"/>
            <ac:spMk id="55" creationId="{B748F971-5855-C38E-2529-D4AB7E04A074}"/>
          </ac:spMkLst>
        </pc:spChg>
        <pc:spChg chg="mod">
          <ac:chgData name="Santosh Adi" userId="1390784c809b8fa0" providerId="LiveId" clId="{3A05ED0D-2807-4ECB-B3AD-F21AC6C5E3CA}" dt="2026-08-28T12:23:41.039" v="728"/>
          <ac:spMkLst>
            <pc:docMk/>
            <pc:sldMk cId="3153809397" sldId="265"/>
            <ac:spMk id="56" creationId="{05C3FABA-EA92-95CE-3DB8-DEE61C6517F0}"/>
          </ac:spMkLst>
        </pc:spChg>
        <pc:spChg chg="del mod topLvl">
          <ac:chgData name="Santosh Adi" userId="1390784c809b8fa0" providerId="LiveId" clId="{3A05ED0D-2807-4ECB-B3AD-F21AC6C5E3CA}" dt="2026-08-28T12:09:15.327" v="628" actId="478"/>
          <ac:spMkLst>
            <pc:docMk/>
            <pc:sldMk cId="3153809397" sldId="265"/>
            <ac:spMk id="57" creationId="{6B555D25-8E73-A823-E91C-1B6B98A133FE}"/>
          </ac:spMkLst>
        </pc:spChg>
        <pc:spChg chg="del">
          <ac:chgData name="Santosh Adi" userId="1390784c809b8fa0" providerId="LiveId" clId="{3A05ED0D-2807-4ECB-B3AD-F21AC6C5E3CA}" dt="2026-08-28T12:09:15.327" v="628" actId="478"/>
          <ac:spMkLst>
            <pc:docMk/>
            <pc:sldMk cId="3153809397" sldId="265"/>
            <ac:spMk id="58" creationId="{BB8B9F0A-2636-D686-A6E1-367180E028F8}"/>
          </ac:spMkLst>
        </pc:spChg>
        <pc:spChg chg="mod">
          <ac:chgData name="Santosh Adi" userId="1390784c809b8fa0" providerId="LiveId" clId="{3A05ED0D-2807-4ECB-B3AD-F21AC6C5E3CA}" dt="2026-08-28T12:22:32.723" v="697" actId="20577"/>
          <ac:spMkLst>
            <pc:docMk/>
            <pc:sldMk cId="3153809397" sldId="265"/>
            <ac:spMk id="59" creationId="{AD66010D-4136-CEFD-12EE-84B438DBF65A}"/>
          </ac:spMkLst>
        </pc:spChg>
        <pc:spChg chg="mod topLvl">
          <ac:chgData name="Santosh Adi" userId="1390784c809b8fa0" providerId="LiveId" clId="{3A05ED0D-2807-4ECB-B3AD-F21AC6C5E3CA}" dt="2026-08-28T12:23:41.039" v="728"/>
          <ac:spMkLst>
            <pc:docMk/>
            <pc:sldMk cId="3153809397" sldId="265"/>
            <ac:spMk id="60" creationId="{3C6C4112-D126-978F-66FC-93B1E81D7B1D}"/>
          </ac:spMkLst>
        </pc:spChg>
        <pc:spChg chg="mod">
          <ac:chgData name="Santosh Adi" userId="1390784c809b8fa0" providerId="LiveId" clId="{3A05ED0D-2807-4ECB-B3AD-F21AC6C5E3CA}" dt="2026-08-28T12:22:38.558" v="701" actId="20577"/>
          <ac:spMkLst>
            <pc:docMk/>
            <pc:sldMk cId="3153809397" sldId="265"/>
            <ac:spMk id="61" creationId="{059CB2F3-5E40-CC9D-DCD3-23B2B997772C}"/>
          </ac:spMkLst>
        </pc:spChg>
        <pc:spChg chg="del">
          <ac:chgData name="Santosh Adi" userId="1390784c809b8fa0" providerId="LiveId" clId="{3A05ED0D-2807-4ECB-B3AD-F21AC6C5E3CA}" dt="2026-08-28T12:09:15.327" v="628" actId="478"/>
          <ac:spMkLst>
            <pc:docMk/>
            <pc:sldMk cId="3153809397" sldId="265"/>
            <ac:spMk id="62" creationId="{CCA338AF-6E72-29AB-946D-AD71AC594EAF}"/>
          </ac:spMkLst>
        </pc:spChg>
        <pc:spChg chg="del">
          <ac:chgData name="Santosh Adi" userId="1390784c809b8fa0" providerId="LiveId" clId="{3A05ED0D-2807-4ECB-B3AD-F21AC6C5E3CA}" dt="2026-08-28T12:09:15.327" v="628" actId="478"/>
          <ac:spMkLst>
            <pc:docMk/>
            <pc:sldMk cId="3153809397" sldId="265"/>
            <ac:spMk id="63" creationId="{45E12D6F-3CFB-6B67-A918-A54A07B0E1E5}"/>
          </ac:spMkLst>
        </pc:spChg>
        <pc:spChg chg="mod">
          <ac:chgData name="Santosh Adi" userId="1390784c809b8fa0" providerId="LiveId" clId="{3A05ED0D-2807-4ECB-B3AD-F21AC6C5E3CA}" dt="2026-08-28T12:43:59.643" v="887"/>
          <ac:spMkLst>
            <pc:docMk/>
            <pc:sldMk cId="3153809397" sldId="265"/>
            <ac:spMk id="74" creationId="{8736A490-CF71-92FD-91A3-25FFB6A18BF1}"/>
          </ac:spMkLst>
        </pc:spChg>
        <pc:spChg chg="mod">
          <ac:chgData name="Santosh Adi" userId="1390784c809b8fa0" providerId="LiveId" clId="{3A05ED0D-2807-4ECB-B3AD-F21AC6C5E3CA}" dt="2026-08-28T12:43:59.643" v="887"/>
          <ac:spMkLst>
            <pc:docMk/>
            <pc:sldMk cId="3153809397" sldId="265"/>
            <ac:spMk id="75" creationId="{26490C91-D499-B6D4-D044-CA4B9E93D59A}"/>
          </ac:spMkLst>
        </pc:spChg>
        <pc:spChg chg="mod">
          <ac:chgData name="Santosh Adi" userId="1390784c809b8fa0" providerId="LiveId" clId="{3A05ED0D-2807-4ECB-B3AD-F21AC6C5E3CA}" dt="2026-08-28T12:43:59.643" v="887"/>
          <ac:spMkLst>
            <pc:docMk/>
            <pc:sldMk cId="3153809397" sldId="265"/>
            <ac:spMk id="84" creationId="{5B19A30A-F992-35C5-1C7D-2C16202CA5D5}"/>
          </ac:spMkLst>
        </pc:spChg>
        <pc:spChg chg="mod">
          <ac:chgData name="Santosh Adi" userId="1390784c809b8fa0" providerId="LiveId" clId="{3A05ED0D-2807-4ECB-B3AD-F21AC6C5E3CA}" dt="2026-08-28T12:43:59.643" v="887"/>
          <ac:spMkLst>
            <pc:docMk/>
            <pc:sldMk cId="3153809397" sldId="265"/>
            <ac:spMk id="90" creationId="{685532E2-2822-A16E-9AB0-24E7F6656394}"/>
          </ac:spMkLst>
        </pc:spChg>
        <pc:spChg chg="mod">
          <ac:chgData name="Santosh Adi" userId="1390784c809b8fa0" providerId="LiveId" clId="{3A05ED0D-2807-4ECB-B3AD-F21AC6C5E3CA}" dt="2026-08-28T12:43:59.643" v="887"/>
          <ac:spMkLst>
            <pc:docMk/>
            <pc:sldMk cId="3153809397" sldId="265"/>
            <ac:spMk id="91" creationId="{1994FB05-485F-F473-F4B8-3A859F69D383}"/>
          </ac:spMkLst>
        </pc:spChg>
        <pc:spChg chg="mod">
          <ac:chgData name="Santosh Adi" userId="1390784c809b8fa0" providerId="LiveId" clId="{3A05ED0D-2807-4ECB-B3AD-F21AC6C5E3CA}" dt="2026-08-28T12:43:59.643" v="887"/>
          <ac:spMkLst>
            <pc:docMk/>
            <pc:sldMk cId="3153809397" sldId="265"/>
            <ac:spMk id="92" creationId="{492D5D89-8473-75E7-B99B-8363A296FFF4}"/>
          </ac:spMkLst>
        </pc:spChg>
        <pc:spChg chg="mod">
          <ac:chgData name="Santosh Adi" userId="1390784c809b8fa0" providerId="LiveId" clId="{3A05ED0D-2807-4ECB-B3AD-F21AC6C5E3CA}" dt="2026-08-28T12:43:59.643" v="887"/>
          <ac:spMkLst>
            <pc:docMk/>
            <pc:sldMk cId="3153809397" sldId="265"/>
            <ac:spMk id="96" creationId="{7A13D558-728C-651A-3306-D07A06E909AE}"/>
          </ac:spMkLst>
        </pc:spChg>
        <pc:spChg chg="mod">
          <ac:chgData name="Santosh Adi" userId="1390784c809b8fa0" providerId="LiveId" clId="{3A05ED0D-2807-4ECB-B3AD-F21AC6C5E3CA}" dt="2026-08-28T12:43:59.643" v="887"/>
          <ac:spMkLst>
            <pc:docMk/>
            <pc:sldMk cId="3153809397" sldId="265"/>
            <ac:spMk id="100" creationId="{318B5094-2AB8-7DE1-4FAA-65CC31CE5116}"/>
          </ac:spMkLst>
        </pc:spChg>
        <pc:spChg chg="mod">
          <ac:chgData name="Santosh Adi" userId="1390784c809b8fa0" providerId="LiveId" clId="{3A05ED0D-2807-4ECB-B3AD-F21AC6C5E3CA}" dt="2026-08-28T12:43:59.643" v="887"/>
          <ac:spMkLst>
            <pc:docMk/>
            <pc:sldMk cId="3153809397" sldId="265"/>
            <ac:spMk id="104" creationId="{33B81E9B-E52B-BAA8-CAAD-B26B4C34CAEF}"/>
          </ac:spMkLst>
        </pc:spChg>
        <pc:spChg chg="mod">
          <ac:chgData name="Santosh Adi" userId="1390784c809b8fa0" providerId="LiveId" clId="{3A05ED0D-2807-4ECB-B3AD-F21AC6C5E3CA}" dt="2026-08-28T12:43:59.643" v="887"/>
          <ac:spMkLst>
            <pc:docMk/>
            <pc:sldMk cId="3153809397" sldId="265"/>
            <ac:spMk id="107" creationId="{723886C5-4CD1-66F5-33FA-CF02FDB3CAFE}"/>
          </ac:spMkLst>
        </pc:spChg>
        <pc:grpChg chg="mod">
          <ac:chgData name="Santosh Adi" userId="1390784c809b8fa0" providerId="LiveId" clId="{3A05ED0D-2807-4ECB-B3AD-F21AC6C5E3CA}" dt="2026-08-28T12:16:28.334" v="665" actId="1076"/>
          <ac:grpSpMkLst>
            <pc:docMk/>
            <pc:sldMk cId="3153809397" sldId="265"/>
            <ac:grpSpMk id="3" creationId="{ABFE6505-DE0F-5581-9861-195685EC1FF4}"/>
          </ac:grpSpMkLst>
        </pc:grpChg>
        <pc:grpChg chg="mod">
          <ac:chgData name="Santosh Adi" userId="1390784c809b8fa0" providerId="LiveId" clId="{3A05ED0D-2807-4ECB-B3AD-F21AC6C5E3CA}" dt="2026-08-28T12:18:45.163" v="682" actId="1076"/>
          <ac:grpSpMkLst>
            <pc:docMk/>
            <pc:sldMk cId="3153809397" sldId="265"/>
            <ac:grpSpMk id="5" creationId="{6FD2B4E5-0CD0-850F-0645-5C8213F802EB}"/>
          </ac:grpSpMkLst>
        </pc:grpChg>
        <pc:grpChg chg="del">
          <ac:chgData name="Santosh Adi" userId="1390784c809b8fa0" providerId="LiveId" clId="{3A05ED0D-2807-4ECB-B3AD-F21AC6C5E3CA}" dt="2026-08-28T12:44:08.529" v="888" actId="478"/>
          <ac:grpSpMkLst>
            <pc:docMk/>
            <pc:sldMk cId="3153809397" sldId="265"/>
            <ac:grpSpMk id="17" creationId="{B2E0E7BB-E46C-54EB-A3E4-B664F763799B}"/>
          </ac:grpSpMkLst>
        </pc:grpChg>
        <pc:picChg chg="mod">
          <ac:chgData name="Santosh Adi" userId="1390784c809b8fa0" providerId="LiveId" clId="{3A05ED0D-2807-4ECB-B3AD-F21AC6C5E3CA}" dt="2026-08-28T12:16:10.391" v="663"/>
          <ac:picMkLst>
            <pc:docMk/>
            <pc:sldMk cId="3153809397" sldId="265"/>
            <ac:picMk id="6" creationId="{EEC3EE74-1E85-31CD-7BFC-4E764A8B36CA}"/>
          </ac:picMkLst>
        </pc:picChg>
        <pc:picChg chg="mod">
          <ac:chgData name="Santosh Adi" userId="1390784c809b8fa0" providerId="LiveId" clId="{3A05ED0D-2807-4ECB-B3AD-F21AC6C5E3CA}" dt="2026-08-28T12:16:10.391" v="663"/>
          <ac:picMkLst>
            <pc:docMk/>
            <pc:sldMk cId="3153809397" sldId="265"/>
            <ac:picMk id="8" creationId="{C5A6E744-4E5E-1422-0B3E-FC4E8F2E9C72}"/>
          </ac:picMkLst>
        </pc:picChg>
        <pc:picChg chg="mod">
          <ac:chgData name="Santosh Adi" userId="1390784c809b8fa0" providerId="LiveId" clId="{3A05ED0D-2807-4ECB-B3AD-F21AC6C5E3CA}" dt="2026-08-28T12:16:10.391" v="663"/>
          <ac:picMkLst>
            <pc:docMk/>
            <pc:sldMk cId="3153809397" sldId="265"/>
            <ac:picMk id="9" creationId="{37A513FB-16AA-2540-50C7-9CEEFFE499D9}"/>
          </ac:picMkLst>
        </pc:picChg>
        <pc:picChg chg="mod">
          <ac:chgData name="Santosh Adi" userId="1390784c809b8fa0" providerId="LiveId" clId="{3A05ED0D-2807-4ECB-B3AD-F21AC6C5E3CA}" dt="2026-08-28T12:16:10.391" v="663"/>
          <ac:picMkLst>
            <pc:docMk/>
            <pc:sldMk cId="3153809397" sldId="265"/>
            <ac:picMk id="10" creationId="{50B06241-C7D7-D141-C553-BB1B32A350A6}"/>
          </ac:picMkLst>
        </pc:picChg>
        <pc:picChg chg="mod">
          <ac:chgData name="Santosh Adi" userId="1390784c809b8fa0" providerId="LiveId" clId="{3A05ED0D-2807-4ECB-B3AD-F21AC6C5E3CA}" dt="2026-08-28T12:16:10.391" v="663"/>
          <ac:picMkLst>
            <pc:docMk/>
            <pc:sldMk cId="3153809397" sldId="265"/>
            <ac:picMk id="11" creationId="{6CBFFCC3-213E-1313-7195-B0BC57B635C4}"/>
          </ac:picMkLst>
        </pc:picChg>
        <pc:picChg chg="mod">
          <ac:chgData name="Santosh Adi" userId="1390784c809b8fa0" providerId="LiveId" clId="{3A05ED0D-2807-4ECB-B3AD-F21AC6C5E3CA}" dt="2026-08-28T12:16:10.391" v="663"/>
          <ac:picMkLst>
            <pc:docMk/>
            <pc:sldMk cId="3153809397" sldId="265"/>
            <ac:picMk id="12" creationId="{A2F9E977-9DD0-A355-43E7-4DCC30064420}"/>
          </ac:picMkLst>
        </pc:picChg>
        <pc:picChg chg="mod">
          <ac:chgData name="Santosh Adi" userId="1390784c809b8fa0" providerId="LiveId" clId="{3A05ED0D-2807-4ECB-B3AD-F21AC6C5E3CA}" dt="2026-08-28T12:16:10.391" v="663"/>
          <ac:picMkLst>
            <pc:docMk/>
            <pc:sldMk cId="3153809397" sldId="265"/>
            <ac:picMk id="13" creationId="{FDE336C1-30C1-4ECF-3B8E-56F418814452}"/>
          </ac:picMkLst>
        </pc:picChg>
        <pc:picChg chg="mod">
          <ac:chgData name="Santosh Adi" userId="1390784c809b8fa0" providerId="LiveId" clId="{3A05ED0D-2807-4ECB-B3AD-F21AC6C5E3CA}" dt="2026-08-28T12:16:10.391" v="663"/>
          <ac:picMkLst>
            <pc:docMk/>
            <pc:sldMk cId="3153809397" sldId="265"/>
            <ac:picMk id="14" creationId="{B93C27B4-1752-9F53-C913-6138E3E1E196}"/>
          </ac:picMkLst>
        </pc:picChg>
        <pc:picChg chg="mod">
          <ac:chgData name="Santosh Adi" userId="1390784c809b8fa0" providerId="LiveId" clId="{3A05ED0D-2807-4ECB-B3AD-F21AC6C5E3CA}" dt="2026-08-28T12:16:10.391" v="663"/>
          <ac:picMkLst>
            <pc:docMk/>
            <pc:sldMk cId="3153809397" sldId="265"/>
            <ac:picMk id="15" creationId="{6B0CE7CF-CCD6-1005-607C-95FCB86FF03E}"/>
          </ac:picMkLst>
        </pc:picChg>
        <pc:picChg chg="mod">
          <ac:chgData name="Santosh Adi" userId="1390784c809b8fa0" providerId="LiveId" clId="{3A05ED0D-2807-4ECB-B3AD-F21AC6C5E3CA}" dt="2026-08-28T12:16:10.391" v="663"/>
          <ac:picMkLst>
            <pc:docMk/>
            <pc:sldMk cId="3153809397" sldId="265"/>
            <ac:picMk id="16" creationId="{7619A763-FCD0-B3D9-52B6-991823F14407}"/>
          </ac:picMkLst>
        </pc:picChg>
        <pc:cxnChg chg="add del mod">
          <ac:chgData name="Santosh Adi" userId="1390784c809b8fa0" providerId="LiveId" clId="{3A05ED0D-2807-4ECB-B3AD-F21AC6C5E3CA}" dt="2026-08-28T12:13:26.133" v="642" actId="478"/>
          <ac:cxnSpMkLst>
            <pc:docMk/>
            <pc:sldMk cId="3153809397" sldId="265"/>
            <ac:cxnSpMk id="4" creationId="{93681D02-7DC0-BF4A-350C-078B0B568C62}"/>
          </ac:cxnSpMkLst>
        </pc:cxnChg>
      </pc:sldChg>
      <pc:sldChg chg="addSp delSp modSp new mod modTransition setBg">
        <pc:chgData name="Santosh Adi" userId="1390784c809b8fa0" providerId="LiveId" clId="{3A05ED0D-2807-4ECB-B3AD-F21AC6C5E3CA}" dt="2026-08-28T15:18:43.876" v="1384"/>
        <pc:sldMkLst>
          <pc:docMk/>
          <pc:sldMk cId="175099434" sldId="266"/>
        </pc:sldMkLst>
        <pc:spChg chg="mod">
          <ac:chgData name="Santosh Adi" userId="1390784c809b8fa0" providerId="LiveId" clId="{3A05ED0D-2807-4ECB-B3AD-F21AC6C5E3CA}" dt="2026-08-28T12:44:12.736" v="890"/>
          <ac:spMkLst>
            <pc:docMk/>
            <pc:sldMk cId="175099434" sldId="266"/>
            <ac:spMk id="15" creationId="{606C9057-BAB1-BB99-85FC-4CEE86233534}"/>
          </ac:spMkLst>
        </pc:spChg>
        <pc:spChg chg="mod">
          <ac:chgData name="Santosh Adi" userId="1390784c809b8fa0" providerId="LiveId" clId="{3A05ED0D-2807-4ECB-B3AD-F21AC6C5E3CA}" dt="2026-08-28T12:44:12.736" v="890"/>
          <ac:spMkLst>
            <pc:docMk/>
            <pc:sldMk cId="175099434" sldId="266"/>
            <ac:spMk id="16" creationId="{27969B46-AB84-2E81-6878-7C0B7EF9A31B}"/>
          </ac:spMkLst>
        </pc:spChg>
        <pc:spChg chg="mod">
          <ac:chgData name="Santosh Adi" userId="1390784c809b8fa0" providerId="LiveId" clId="{3A05ED0D-2807-4ECB-B3AD-F21AC6C5E3CA}" dt="2026-08-28T12:44:12.736" v="890"/>
          <ac:spMkLst>
            <pc:docMk/>
            <pc:sldMk cId="175099434" sldId="266"/>
            <ac:spMk id="19" creationId="{13C56BCA-ECD3-179E-94E0-9A9F02D53CAC}"/>
          </ac:spMkLst>
        </pc:spChg>
        <pc:spChg chg="mod">
          <ac:chgData name="Santosh Adi" userId="1390784c809b8fa0" providerId="LiveId" clId="{3A05ED0D-2807-4ECB-B3AD-F21AC6C5E3CA}" dt="2026-08-28T12:44:12.736" v="890"/>
          <ac:spMkLst>
            <pc:docMk/>
            <pc:sldMk cId="175099434" sldId="266"/>
            <ac:spMk id="20" creationId="{5F679B1E-DDB1-F274-BFC4-A0C6BFC00601}"/>
          </ac:spMkLst>
        </pc:spChg>
        <pc:spChg chg="mod">
          <ac:chgData name="Santosh Adi" userId="1390784c809b8fa0" providerId="LiveId" clId="{3A05ED0D-2807-4ECB-B3AD-F21AC6C5E3CA}" dt="2026-08-28T12:44:12.736" v="890"/>
          <ac:spMkLst>
            <pc:docMk/>
            <pc:sldMk cId="175099434" sldId="266"/>
            <ac:spMk id="26" creationId="{3A6DE638-CCCD-221C-AF93-4EE53C928AB7}"/>
          </ac:spMkLst>
        </pc:spChg>
        <pc:spChg chg="mod">
          <ac:chgData name="Santosh Adi" userId="1390784c809b8fa0" providerId="LiveId" clId="{3A05ED0D-2807-4ECB-B3AD-F21AC6C5E3CA}" dt="2026-08-28T12:44:12.736" v="890"/>
          <ac:spMkLst>
            <pc:docMk/>
            <pc:sldMk cId="175099434" sldId="266"/>
            <ac:spMk id="30" creationId="{0690E4ED-9599-0F57-87E4-767427E7BD65}"/>
          </ac:spMkLst>
        </pc:spChg>
        <pc:spChg chg="mod">
          <ac:chgData name="Santosh Adi" userId="1390784c809b8fa0" providerId="LiveId" clId="{3A05ED0D-2807-4ECB-B3AD-F21AC6C5E3CA}" dt="2026-08-28T12:44:12.736" v="890"/>
          <ac:spMkLst>
            <pc:docMk/>
            <pc:sldMk cId="175099434" sldId="266"/>
            <ac:spMk id="31" creationId="{2817BB52-EB61-8D4C-A203-139B6E177442}"/>
          </ac:spMkLst>
        </pc:spChg>
        <pc:spChg chg="mod">
          <ac:chgData name="Santosh Adi" userId="1390784c809b8fa0" providerId="LiveId" clId="{3A05ED0D-2807-4ECB-B3AD-F21AC6C5E3CA}" dt="2026-08-28T12:44:12.736" v="890"/>
          <ac:spMkLst>
            <pc:docMk/>
            <pc:sldMk cId="175099434" sldId="266"/>
            <ac:spMk id="45" creationId="{A6106703-EBB8-05A2-56D0-31CC153DAB7E}"/>
          </ac:spMkLst>
        </pc:spChg>
        <pc:spChg chg="mod">
          <ac:chgData name="Santosh Adi" userId="1390784c809b8fa0" providerId="LiveId" clId="{3A05ED0D-2807-4ECB-B3AD-F21AC6C5E3CA}" dt="2026-08-28T12:44:12.736" v="890"/>
          <ac:spMkLst>
            <pc:docMk/>
            <pc:sldMk cId="175099434" sldId="266"/>
            <ac:spMk id="46" creationId="{AD27A827-E939-CD46-C36F-A3835E7E4CED}"/>
          </ac:spMkLst>
        </pc:spChg>
        <pc:spChg chg="mod">
          <ac:chgData name="Santosh Adi" userId="1390784c809b8fa0" providerId="LiveId" clId="{3A05ED0D-2807-4ECB-B3AD-F21AC6C5E3CA}" dt="2026-08-28T12:44:12.736" v="890"/>
          <ac:spMkLst>
            <pc:docMk/>
            <pc:sldMk cId="175099434" sldId="266"/>
            <ac:spMk id="49" creationId="{86F939AC-2367-5970-76CC-7371399B1EA2}"/>
          </ac:spMkLst>
        </pc:spChg>
        <pc:spChg chg="add del mod">
          <ac:chgData name="Santosh Adi" userId="1390784c809b8fa0" providerId="LiveId" clId="{3A05ED0D-2807-4ECB-B3AD-F21AC6C5E3CA}" dt="2026-08-28T12:55:07.976" v="980"/>
          <ac:spMkLst>
            <pc:docMk/>
            <pc:sldMk cId="175099434" sldId="266"/>
            <ac:spMk id="52" creationId="{09355A38-0FFE-BF1B-54EB-C3A2027D8248}"/>
          </ac:spMkLst>
        </pc:spChg>
        <pc:spChg chg="mod topLvl">
          <ac:chgData name="Santosh Adi" userId="1390784c809b8fa0" providerId="LiveId" clId="{3A05ED0D-2807-4ECB-B3AD-F21AC6C5E3CA}" dt="2026-08-28T12:55:23.381" v="984" actId="1076"/>
          <ac:spMkLst>
            <pc:docMk/>
            <pc:sldMk cId="175099434" sldId="266"/>
            <ac:spMk id="56" creationId="{6DB482EB-1A10-5EC3-BBD5-02C63A5E9C0F}"/>
          </ac:spMkLst>
        </pc:spChg>
        <pc:spChg chg="mod topLvl">
          <ac:chgData name="Santosh Adi" userId="1390784c809b8fa0" providerId="LiveId" clId="{3A05ED0D-2807-4ECB-B3AD-F21AC6C5E3CA}" dt="2026-08-28T12:55:28.795" v="985" actId="1076"/>
          <ac:spMkLst>
            <pc:docMk/>
            <pc:sldMk cId="175099434" sldId="266"/>
            <ac:spMk id="57" creationId="{018D64BD-4454-0D40-3D04-E14E9BD4E0AD}"/>
          </ac:spMkLst>
        </pc:spChg>
        <pc:spChg chg="mod topLvl">
          <ac:chgData name="Santosh Adi" userId="1390784c809b8fa0" providerId="LiveId" clId="{3A05ED0D-2807-4ECB-B3AD-F21AC6C5E3CA}" dt="2026-08-28T12:55:18.066" v="983" actId="1076"/>
          <ac:spMkLst>
            <pc:docMk/>
            <pc:sldMk cId="175099434" sldId="266"/>
            <ac:spMk id="58" creationId="{8F548D95-5642-A3C5-0D25-109811A9FACF}"/>
          </ac:spMkLst>
        </pc:spChg>
        <pc:spChg chg="mod topLvl">
          <ac:chgData name="Santosh Adi" userId="1390784c809b8fa0" providerId="LiveId" clId="{3A05ED0D-2807-4ECB-B3AD-F21AC6C5E3CA}" dt="2026-08-28T12:55:18.066" v="983" actId="1076"/>
          <ac:spMkLst>
            <pc:docMk/>
            <pc:sldMk cId="175099434" sldId="266"/>
            <ac:spMk id="59" creationId="{19DB959F-7C11-64F7-A42E-650D167CE771}"/>
          </ac:spMkLst>
        </pc:spChg>
        <pc:spChg chg="mod topLvl">
          <ac:chgData name="Santosh Adi" userId="1390784c809b8fa0" providerId="LiveId" clId="{3A05ED0D-2807-4ECB-B3AD-F21AC6C5E3CA}" dt="2026-08-28T12:55:18.066" v="983" actId="1076"/>
          <ac:spMkLst>
            <pc:docMk/>
            <pc:sldMk cId="175099434" sldId="266"/>
            <ac:spMk id="60" creationId="{383EB9F6-8736-D404-03DB-C69A0A85FA58}"/>
          </ac:spMkLst>
        </pc:spChg>
        <pc:spChg chg="mod topLvl">
          <ac:chgData name="Santosh Adi" userId="1390784c809b8fa0" providerId="LiveId" clId="{3A05ED0D-2807-4ECB-B3AD-F21AC6C5E3CA}" dt="2026-08-28T12:55:18.066" v="983" actId="1076"/>
          <ac:spMkLst>
            <pc:docMk/>
            <pc:sldMk cId="175099434" sldId="266"/>
            <ac:spMk id="61" creationId="{1CA00AE2-DF7F-0A1E-5A80-68A1EA98F01E}"/>
          </ac:spMkLst>
        </pc:spChg>
        <pc:spChg chg="add mod">
          <ac:chgData name="Santosh Adi" userId="1390784c809b8fa0" providerId="LiveId" clId="{3A05ED0D-2807-4ECB-B3AD-F21AC6C5E3CA}" dt="2026-08-28T12:55:00.846" v="975" actId="571"/>
          <ac:spMkLst>
            <pc:docMk/>
            <pc:sldMk cId="175099434" sldId="266"/>
            <ac:spMk id="62" creationId="{4FDB0748-6FB5-01F8-C444-EDE0EA816C2C}"/>
          </ac:spMkLst>
        </pc:spChg>
        <pc:spChg chg="add del mod">
          <ac:chgData name="Santosh Adi" userId="1390784c809b8fa0" providerId="LiveId" clId="{3A05ED0D-2807-4ECB-B3AD-F21AC6C5E3CA}" dt="2026-08-28T12:55:07.976" v="978" actId="478"/>
          <ac:spMkLst>
            <pc:docMk/>
            <pc:sldMk cId="175099434" sldId="266"/>
            <ac:spMk id="63" creationId="{2476FEF9-5503-E309-FC2B-36FEB392374E}"/>
          </ac:spMkLst>
        </pc:spChg>
        <pc:spChg chg="add mod">
          <ac:chgData name="Santosh Adi" userId="1390784c809b8fa0" providerId="LiveId" clId="{3A05ED0D-2807-4ECB-B3AD-F21AC6C5E3CA}" dt="2026-08-28T12:55:41.251" v="1003" actId="20577"/>
          <ac:spMkLst>
            <pc:docMk/>
            <pc:sldMk cId="175099434" sldId="266"/>
            <ac:spMk id="64" creationId="{2EFC1F42-8835-5C16-69FC-16311DBC16A2}"/>
          </ac:spMkLst>
        </pc:spChg>
        <pc:spChg chg="add mod">
          <ac:chgData name="Santosh Adi" userId="1390784c809b8fa0" providerId="LiveId" clId="{3A05ED0D-2807-4ECB-B3AD-F21AC6C5E3CA}" dt="2026-08-28T12:55:46.803" v="1004" actId="571"/>
          <ac:spMkLst>
            <pc:docMk/>
            <pc:sldMk cId="175099434" sldId="266"/>
            <ac:spMk id="65" creationId="{84D7F66E-F03E-88FF-7194-202588949992}"/>
          </ac:spMkLst>
        </pc:spChg>
        <pc:spChg chg="add mod">
          <ac:chgData name="Santosh Adi" userId="1390784c809b8fa0" providerId="LiveId" clId="{3A05ED0D-2807-4ECB-B3AD-F21AC6C5E3CA}" dt="2026-08-28T12:55:52.628" v="1005" actId="571"/>
          <ac:spMkLst>
            <pc:docMk/>
            <pc:sldMk cId="175099434" sldId="266"/>
            <ac:spMk id="66" creationId="{63A7CB29-AE06-361E-C6DA-B61D11A54D40}"/>
          </ac:spMkLst>
        </pc:spChg>
        <pc:spChg chg="add del mod">
          <ac:chgData name="Santosh Adi" userId="1390784c809b8fa0" providerId="LiveId" clId="{3A05ED0D-2807-4ECB-B3AD-F21AC6C5E3CA}" dt="2026-08-28T12:57:06.647" v="1038"/>
          <ac:spMkLst>
            <pc:docMk/>
            <pc:sldMk cId="175099434" sldId="266"/>
            <ac:spMk id="67" creationId="{0C0A7D5B-2745-D902-5FCC-61A8BB4203E8}"/>
          </ac:spMkLst>
        </pc:spChg>
        <pc:spChg chg="add mod">
          <ac:chgData name="Santosh Adi" userId="1390784c809b8fa0" providerId="LiveId" clId="{3A05ED0D-2807-4ECB-B3AD-F21AC6C5E3CA}" dt="2026-08-28T12:57:18.322" v="1042" actId="20577"/>
          <ac:spMkLst>
            <pc:docMk/>
            <pc:sldMk cId="175099434" sldId="266"/>
            <ac:spMk id="69" creationId="{07226C98-C5A3-7B9F-D8B7-F89715C488F4}"/>
          </ac:spMkLst>
        </pc:spChg>
        <pc:spChg chg="add del">
          <ac:chgData name="Santosh Adi" userId="1390784c809b8fa0" providerId="LiveId" clId="{3A05ED0D-2807-4ECB-B3AD-F21AC6C5E3CA}" dt="2026-08-28T12:57:08.926" v="1039" actId="478"/>
          <ac:spMkLst>
            <pc:docMk/>
            <pc:sldMk cId="175099434" sldId="266"/>
            <ac:spMk id="71" creationId="{F96F66F5-87E9-7098-1F51-541C9D55F1F4}"/>
          </ac:spMkLst>
        </pc:spChg>
        <pc:grpChg chg="del mod">
          <ac:chgData name="Santosh Adi" userId="1390784c809b8fa0" providerId="LiveId" clId="{3A05ED0D-2807-4ECB-B3AD-F21AC6C5E3CA}" dt="2026-08-28T12:46:53.300" v="895" actId="478"/>
          <ac:grpSpMkLst>
            <pc:docMk/>
            <pc:sldMk cId="175099434" sldId="266"/>
            <ac:grpSpMk id="2" creationId="{3557035A-CE5E-D283-F8D2-B7D2AE21D53D}"/>
          </ac:grpSpMkLst>
        </pc:grpChg>
        <pc:grpChg chg="del mod">
          <ac:chgData name="Santosh Adi" userId="1390784c809b8fa0" providerId="LiveId" clId="{3A05ED0D-2807-4ECB-B3AD-F21AC6C5E3CA}" dt="2026-08-28T12:55:15.704" v="982" actId="165"/>
          <ac:grpSpMkLst>
            <pc:docMk/>
            <pc:sldMk cId="175099434" sldId="266"/>
            <ac:grpSpMk id="55" creationId="{DA2A75AE-D748-754E-9B55-F653332CEF2D}"/>
          </ac:grpSpMkLst>
        </pc:grpChg>
        <pc:graphicFrameChg chg="add del mod modGraphic">
          <ac:chgData name="Santosh Adi" userId="1390784c809b8fa0" providerId="LiveId" clId="{3A05ED0D-2807-4ECB-B3AD-F21AC6C5E3CA}" dt="2026-08-28T12:51:36.946" v="932" actId="1032"/>
          <ac:graphicFrameMkLst>
            <pc:docMk/>
            <pc:sldMk cId="175099434" sldId="266"/>
            <ac:graphicFrameMk id="53" creationId="{7B0F5B97-D716-23F8-AE53-671B7895E4F3}"/>
          </ac:graphicFrameMkLst>
        </pc:graphicFrameChg>
        <pc:graphicFrameChg chg="add del mod ord modGraphic">
          <ac:chgData name="Santosh Adi" userId="1390784c809b8fa0" providerId="LiveId" clId="{3A05ED0D-2807-4ECB-B3AD-F21AC6C5E3CA}" dt="2026-08-28T12:54:43.140" v="972" actId="18245"/>
          <ac:graphicFrameMkLst>
            <pc:docMk/>
            <pc:sldMk cId="175099434" sldId="266"/>
            <ac:graphicFrameMk id="54" creationId="{D2F13E33-DBDA-C5FD-85F2-AE6FB34F5DBF}"/>
          </ac:graphicFrameMkLst>
        </pc:graphicFrameChg>
      </pc:sldChg>
      <pc:sldChg chg="addSp modSp new add del mod setBg">
        <pc:chgData name="Santosh Adi" userId="1390784c809b8fa0" providerId="LiveId" clId="{3A05ED0D-2807-4ECB-B3AD-F21AC6C5E3CA}" dt="2026-08-28T12:43:57.806" v="886" actId="47"/>
        <pc:sldMkLst>
          <pc:docMk/>
          <pc:sldMk cId="1306224365" sldId="266"/>
        </pc:sldMkLst>
        <pc:spChg chg="add mod">
          <ac:chgData name="Santosh Adi" userId="1390784c809b8fa0" providerId="LiveId" clId="{3A05ED0D-2807-4ECB-B3AD-F21AC6C5E3CA}" dt="2026-08-28T12:43:50.221" v="885" actId="767"/>
          <ac:spMkLst>
            <pc:docMk/>
            <pc:sldMk cId="1306224365" sldId="266"/>
            <ac:spMk id="9" creationId="{50227A0F-6E1E-DF00-18AB-C794F1AF7BDD}"/>
          </ac:spMkLst>
        </pc:spChg>
        <pc:spChg chg="add mod">
          <ac:chgData name="Santosh Adi" userId="1390784c809b8fa0" providerId="LiveId" clId="{3A05ED0D-2807-4ECB-B3AD-F21AC6C5E3CA}" dt="2026-08-28T12:43:48.484" v="876" actId="571"/>
          <ac:spMkLst>
            <pc:docMk/>
            <pc:sldMk cId="1306224365" sldId="266"/>
            <ac:spMk id="10" creationId="{3FB813C4-8A75-585D-A9C8-42CF9D19158C}"/>
          </ac:spMkLst>
        </pc:spChg>
        <pc:spChg chg="mod">
          <ac:chgData name="Santosh Adi" userId="1390784c809b8fa0" providerId="LiveId" clId="{3A05ED0D-2807-4ECB-B3AD-F21AC6C5E3CA}" dt="2026-08-28T12:43:00.785" v="864"/>
          <ac:spMkLst>
            <pc:docMk/>
            <pc:sldMk cId="1306224365" sldId="266"/>
            <ac:spMk id="23" creationId="{3C5B1C1F-4F2B-E506-C66B-5827F7499AA7}"/>
          </ac:spMkLst>
        </pc:spChg>
        <pc:spChg chg="mod">
          <ac:chgData name="Santosh Adi" userId="1390784c809b8fa0" providerId="LiveId" clId="{3A05ED0D-2807-4ECB-B3AD-F21AC6C5E3CA}" dt="2026-08-28T12:43:00.785" v="864"/>
          <ac:spMkLst>
            <pc:docMk/>
            <pc:sldMk cId="1306224365" sldId="266"/>
            <ac:spMk id="24" creationId="{2F7DC6BA-32E7-44B0-2417-A37CC9AECFD8}"/>
          </ac:spMkLst>
        </pc:spChg>
        <pc:spChg chg="mod">
          <ac:chgData name="Santosh Adi" userId="1390784c809b8fa0" providerId="LiveId" clId="{3A05ED0D-2807-4ECB-B3AD-F21AC6C5E3CA}" dt="2026-08-28T12:43:00.785" v="864"/>
          <ac:spMkLst>
            <pc:docMk/>
            <pc:sldMk cId="1306224365" sldId="266"/>
            <ac:spMk id="27" creationId="{43196659-4F63-0BB2-FD5A-CF3FE292F1CD}"/>
          </ac:spMkLst>
        </pc:spChg>
        <pc:spChg chg="mod">
          <ac:chgData name="Santosh Adi" userId="1390784c809b8fa0" providerId="LiveId" clId="{3A05ED0D-2807-4ECB-B3AD-F21AC6C5E3CA}" dt="2026-08-28T12:43:00.785" v="864"/>
          <ac:spMkLst>
            <pc:docMk/>
            <pc:sldMk cId="1306224365" sldId="266"/>
            <ac:spMk id="29" creationId="{47BB9229-1C39-DAE9-551D-DAF7C9B83B67}"/>
          </ac:spMkLst>
        </pc:spChg>
        <pc:spChg chg="mod">
          <ac:chgData name="Santosh Adi" userId="1390784c809b8fa0" providerId="LiveId" clId="{3A05ED0D-2807-4ECB-B3AD-F21AC6C5E3CA}" dt="2026-08-28T12:43:00.785" v="864"/>
          <ac:spMkLst>
            <pc:docMk/>
            <pc:sldMk cId="1306224365" sldId="266"/>
            <ac:spMk id="33" creationId="{7DB3B834-CCB5-4617-C8D1-3D75E0D2690B}"/>
          </ac:spMkLst>
        </pc:spChg>
        <pc:spChg chg="mod">
          <ac:chgData name="Santosh Adi" userId="1390784c809b8fa0" providerId="LiveId" clId="{3A05ED0D-2807-4ECB-B3AD-F21AC6C5E3CA}" dt="2026-08-28T12:43:00.785" v="864"/>
          <ac:spMkLst>
            <pc:docMk/>
            <pc:sldMk cId="1306224365" sldId="266"/>
            <ac:spMk id="40" creationId="{6660F7F5-1D4B-A76D-74BE-BA32ABFD360C}"/>
          </ac:spMkLst>
        </pc:spChg>
        <pc:spChg chg="mod">
          <ac:chgData name="Santosh Adi" userId="1390784c809b8fa0" providerId="LiveId" clId="{3A05ED0D-2807-4ECB-B3AD-F21AC6C5E3CA}" dt="2026-08-28T12:43:00.785" v="864"/>
          <ac:spMkLst>
            <pc:docMk/>
            <pc:sldMk cId="1306224365" sldId="266"/>
            <ac:spMk id="45" creationId="{9882F125-7593-FA5C-D5EB-C146963BD11B}"/>
          </ac:spMkLst>
        </pc:spChg>
        <pc:spChg chg="mod">
          <ac:chgData name="Santosh Adi" userId="1390784c809b8fa0" providerId="LiveId" clId="{3A05ED0D-2807-4ECB-B3AD-F21AC6C5E3CA}" dt="2026-08-28T12:43:00.785" v="864"/>
          <ac:spMkLst>
            <pc:docMk/>
            <pc:sldMk cId="1306224365" sldId="266"/>
            <ac:spMk id="48" creationId="{5F1DE8D8-C2AD-E845-0B9F-7D852995D8FB}"/>
          </ac:spMkLst>
        </pc:spChg>
        <pc:spChg chg="mod">
          <ac:chgData name="Santosh Adi" userId="1390784c809b8fa0" providerId="LiveId" clId="{3A05ED0D-2807-4ECB-B3AD-F21AC6C5E3CA}" dt="2026-08-28T12:43:00.785" v="864"/>
          <ac:spMkLst>
            <pc:docMk/>
            <pc:sldMk cId="1306224365" sldId="266"/>
            <ac:spMk id="58" creationId="{416CF969-F333-72B4-B74D-104457028111}"/>
          </ac:spMkLst>
        </pc:spChg>
        <pc:spChg chg="mod">
          <ac:chgData name="Santosh Adi" userId="1390784c809b8fa0" providerId="LiveId" clId="{3A05ED0D-2807-4ECB-B3AD-F21AC6C5E3CA}" dt="2026-08-28T12:43:00.785" v="864"/>
          <ac:spMkLst>
            <pc:docMk/>
            <pc:sldMk cId="1306224365" sldId="266"/>
            <ac:spMk id="59" creationId="{1FB1E4CF-DE48-FF2A-FFC9-C438183A6D96}"/>
          </ac:spMkLst>
        </pc:spChg>
        <pc:grpChg chg="add mod">
          <ac:chgData name="Santosh Adi" userId="1390784c809b8fa0" providerId="LiveId" clId="{3A05ED0D-2807-4ECB-B3AD-F21AC6C5E3CA}" dt="2026-08-28T12:43:48.287" v="875" actId="1076"/>
          <ac:grpSpMkLst>
            <pc:docMk/>
            <pc:sldMk cId="1306224365" sldId="266"/>
            <ac:grpSpMk id="8" creationId="{4697002B-7865-E49B-10BC-125D1437C12D}"/>
          </ac:grpSpMkLst>
        </pc:grpChg>
        <pc:grpChg chg="mod">
          <ac:chgData name="Santosh Adi" userId="1390784c809b8fa0" providerId="LiveId" clId="{3A05ED0D-2807-4ECB-B3AD-F21AC6C5E3CA}" dt="2026-08-28T12:43:46.760" v="870" actId="1076"/>
          <ac:grpSpMkLst>
            <pc:docMk/>
            <pc:sldMk cId="1306224365" sldId="266"/>
            <ac:grpSpMk id="11" creationId="{A6B3E943-8117-D3F1-ED78-5652D895898A}"/>
          </ac:grpSpMkLst>
        </pc:grpChg>
        <pc:cxnChg chg="add mod">
          <ac:chgData name="Santosh Adi" userId="1390784c809b8fa0" providerId="LiveId" clId="{3A05ED0D-2807-4ECB-B3AD-F21AC6C5E3CA}" dt="2026-08-28T12:37:11.132" v="783" actId="1076"/>
          <ac:cxnSpMkLst>
            <pc:docMk/>
            <pc:sldMk cId="1306224365" sldId="266"/>
            <ac:cxnSpMk id="3" creationId="{BBD0268F-B41C-8A51-A008-78BB2930C15D}"/>
          </ac:cxnSpMkLst>
        </pc:cxnChg>
        <pc:cxnChg chg="add mod">
          <ac:chgData name="Santosh Adi" userId="1390784c809b8fa0" providerId="LiveId" clId="{3A05ED0D-2807-4ECB-B3AD-F21AC6C5E3CA}" dt="2026-08-28T12:36:37.132" v="782" actId="164"/>
          <ac:cxnSpMkLst>
            <pc:docMk/>
            <pc:sldMk cId="1306224365" sldId="266"/>
            <ac:cxnSpMk id="4" creationId="{4254152C-E29E-CB4A-C890-E6A70F2A123B}"/>
          </ac:cxnSpMkLst>
        </pc:cxnChg>
        <pc:cxnChg chg="add mod">
          <ac:chgData name="Santosh Adi" userId="1390784c809b8fa0" providerId="LiveId" clId="{3A05ED0D-2807-4ECB-B3AD-F21AC6C5E3CA}" dt="2026-08-28T12:36:37.132" v="782" actId="164"/>
          <ac:cxnSpMkLst>
            <pc:docMk/>
            <pc:sldMk cId="1306224365" sldId="266"/>
            <ac:cxnSpMk id="5" creationId="{2C3CD5F2-730A-918C-1707-F32A02358BEC}"/>
          </ac:cxnSpMkLst>
        </pc:cxnChg>
      </pc:sldChg>
      <pc:sldChg chg="new del">
        <pc:chgData name="Santosh Adi" userId="1390784c809b8fa0" providerId="LiveId" clId="{3A05ED0D-2807-4ECB-B3AD-F21AC6C5E3CA}" dt="2026-08-28T12:25:49.597" v="730" actId="47"/>
        <pc:sldMkLst>
          <pc:docMk/>
          <pc:sldMk cId="4125688510" sldId="266"/>
        </pc:sldMkLst>
      </pc:sldChg>
      <pc:sldChg chg="add del setBg">
        <pc:chgData name="Santosh Adi" userId="1390784c809b8fa0" providerId="LiveId" clId="{3A05ED0D-2807-4ECB-B3AD-F21AC6C5E3CA}" dt="2026-08-28T12:43:47.120" v="871"/>
        <pc:sldMkLst>
          <pc:docMk/>
          <pc:sldMk cId="1832073716" sldId="267"/>
        </pc:sldMkLst>
      </pc:sldChg>
      <pc:sldChg chg="addSp delSp modSp add mod modTransition setBg">
        <pc:chgData name="Santosh Adi" userId="1390784c809b8fa0" providerId="LiveId" clId="{3A05ED0D-2807-4ECB-B3AD-F21AC6C5E3CA}" dt="2026-08-28T15:18:35.404" v="1383"/>
        <pc:sldMkLst>
          <pc:docMk/>
          <pc:sldMk cId="3809933091" sldId="267"/>
        </pc:sldMkLst>
        <pc:spChg chg="add mod">
          <ac:chgData name="Santosh Adi" userId="1390784c809b8fa0" providerId="LiveId" clId="{3A05ED0D-2807-4ECB-B3AD-F21AC6C5E3CA}" dt="2026-08-28T13:26:20.585" v="1219" actId="1076"/>
          <ac:spMkLst>
            <pc:docMk/>
            <pc:sldMk cId="3809933091" sldId="267"/>
            <ac:spMk id="2" creationId="{77D449D5-ACCE-3B32-409A-681F285CB0A3}"/>
          </ac:spMkLst>
        </pc:spChg>
        <pc:spChg chg="mod">
          <ac:chgData name="Santosh Adi" userId="1390784c809b8fa0" providerId="LiveId" clId="{3A05ED0D-2807-4ECB-B3AD-F21AC6C5E3CA}" dt="2026-08-28T13:26:12.384" v="1216" actId="1076"/>
          <ac:spMkLst>
            <pc:docMk/>
            <pc:sldMk cId="3809933091" sldId="267"/>
            <ac:spMk id="56" creationId="{52BEDBD7-C753-8378-668D-6E4B2C749FC5}"/>
          </ac:spMkLst>
        </pc:spChg>
        <pc:spChg chg="mod">
          <ac:chgData name="Santosh Adi" userId="1390784c809b8fa0" providerId="LiveId" clId="{3A05ED0D-2807-4ECB-B3AD-F21AC6C5E3CA}" dt="2026-08-28T13:26:16.957" v="1218" actId="1076"/>
          <ac:spMkLst>
            <pc:docMk/>
            <pc:sldMk cId="3809933091" sldId="267"/>
            <ac:spMk id="57" creationId="{E4E0198E-6F9F-3CD6-D6AD-A8E015C49C6D}"/>
          </ac:spMkLst>
        </pc:spChg>
        <pc:spChg chg="mod">
          <ac:chgData name="Santosh Adi" userId="1390784c809b8fa0" providerId="LiveId" clId="{3A05ED0D-2807-4ECB-B3AD-F21AC6C5E3CA}" dt="2026-08-28T13:26:04.910" v="1214" actId="1076"/>
          <ac:spMkLst>
            <pc:docMk/>
            <pc:sldMk cId="3809933091" sldId="267"/>
            <ac:spMk id="58" creationId="{F71D97BA-3D91-8266-CFAC-C13E7F075A5A}"/>
          </ac:spMkLst>
        </pc:spChg>
        <pc:spChg chg="mod">
          <ac:chgData name="Santosh Adi" userId="1390784c809b8fa0" providerId="LiveId" clId="{3A05ED0D-2807-4ECB-B3AD-F21AC6C5E3CA}" dt="2026-08-28T13:26:07.526" v="1215" actId="1076"/>
          <ac:spMkLst>
            <pc:docMk/>
            <pc:sldMk cId="3809933091" sldId="267"/>
            <ac:spMk id="59" creationId="{0916E744-81AA-29A3-E8D8-322663A25C52}"/>
          </ac:spMkLst>
        </pc:spChg>
        <pc:spChg chg="mod">
          <ac:chgData name="Santosh Adi" userId="1390784c809b8fa0" providerId="LiveId" clId="{3A05ED0D-2807-4ECB-B3AD-F21AC6C5E3CA}" dt="2026-08-28T13:25:37.861" v="1212" actId="1076"/>
          <ac:spMkLst>
            <pc:docMk/>
            <pc:sldMk cId="3809933091" sldId="267"/>
            <ac:spMk id="60" creationId="{355DE2DC-8AE7-6732-1091-07BB05C76980}"/>
          </ac:spMkLst>
        </pc:spChg>
        <pc:spChg chg="mod">
          <ac:chgData name="Santosh Adi" userId="1390784c809b8fa0" providerId="LiveId" clId="{3A05ED0D-2807-4ECB-B3AD-F21AC6C5E3CA}" dt="2026-08-28T13:25:43.700" v="1213" actId="1076"/>
          <ac:spMkLst>
            <pc:docMk/>
            <pc:sldMk cId="3809933091" sldId="267"/>
            <ac:spMk id="61" creationId="{F82BDE53-8753-3654-6DA1-01AA8D6425F3}"/>
          </ac:spMkLst>
        </pc:spChg>
        <pc:spChg chg="del mod">
          <ac:chgData name="Santosh Adi" userId="1390784c809b8fa0" providerId="LiveId" clId="{3A05ED0D-2807-4ECB-B3AD-F21AC6C5E3CA}" dt="2026-08-28T15:18:12.134" v="1378" actId="478"/>
          <ac:spMkLst>
            <pc:docMk/>
            <pc:sldMk cId="3809933091" sldId="267"/>
            <ac:spMk id="64" creationId="{AF030BA5-E288-AF01-E1AB-A60AF49BDE6D}"/>
          </ac:spMkLst>
        </pc:spChg>
        <pc:spChg chg="mod">
          <ac:chgData name="Santosh Adi" userId="1390784c809b8fa0" providerId="LiveId" clId="{3A05ED0D-2807-4ECB-B3AD-F21AC6C5E3CA}" dt="2026-08-28T13:25:34.382" v="1211" actId="1076"/>
          <ac:spMkLst>
            <pc:docMk/>
            <pc:sldMk cId="3809933091" sldId="267"/>
            <ac:spMk id="65" creationId="{A3209A32-3C4C-E1AB-301E-09DF4151D10F}"/>
          </ac:spMkLst>
        </pc:spChg>
        <pc:spChg chg="mod">
          <ac:chgData name="Santosh Adi" userId="1390784c809b8fa0" providerId="LiveId" clId="{3A05ED0D-2807-4ECB-B3AD-F21AC6C5E3CA}" dt="2026-08-28T15:13:50.199" v="1377" actId="1076"/>
          <ac:spMkLst>
            <pc:docMk/>
            <pc:sldMk cId="3809933091" sldId="267"/>
            <ac:spMk id="66" creationId="{D4E3E97C-0275-04AB-730A-8F14D921DECE}"/>
          </ac:spMkLst>
        </pc:spChg>
        <pc:spChg chg="mod">
          <ac:chgData name="Santosh Adi" userId="1390784c809b8fa0" providerId="LiveId" clId="{3A05ED0D-2807-4ECB-B3AD-F21AC6C5E3CA}" dt="2026-08-28T12:57:26.818" v="1058" actId="20577"/>
          <ac:spMkLst>
            <pc:docMk/>
            <pc:sldMk cId="3809933091" sldId="267"/>
            <ac:spMk id="69" creationId="{EF63E30E-DC7A-158D-9E69-78B28151F213}"/>
          </ac:spMkLst>
        </pc:spChg>
      </pc:sldChg>
      <pc:sldChg chg="addSp modSp new mod modTransition">
        <pc:chgData name="Santosh Adi" userId="1390784c809b8fa0" providerId="LiveId" clId="{3A05ED0D-2807-4ECB-B3AD-F21AC6C5E3CA}" dt="2026-08-28T14:55:34.067" v="1293"/>
        <pc:sldMkLst>
          <pc:docMk/>
          <pc:sldMk cId="1189473389" sldId="268"/>
        </pc:sldMkLst>
        <pc:picChg chg="add mod">
          <ac:chgData name="Santosh Adi" userId="1390784c809b8fa0" providerId="LiveId" clId="{3A05ED0D-2807-4ECB-B3AD-F21AC6C5E3CA}" dt="2026-08-28T14:41:43.232" v="1223"/>
          <ac:picMkLst>
            <pc:docMk/>
            <pc:sldMk cId="1189473389" sldId="268"/>
            <ac:picMk id="3" creationId="{FABE60F1-3F3C-8FC0-F18F-029998C7C087}"/>
          </ac:picMkLst>
        </pc:picChg>
        <pc:picChg chg="add mod">
          <ac:chgData name="Santosh Adi" userId="1390784c809b8fa0" providerId="LiveId" clId="{3A05ED0D-2807-4ECB-B3AD-F21AC6C5E3CA}" dt="2026-08-28T14:42:04.807" v="1225" actId="1076"/>
          <ac:picMkLst>
            <pc:docMk/>
            <pc:sldMk cId="1189473389" sldId="268"/>
            <ac:picMk id="5" creationId="{F62DCA09-1D1C-0E0F-9FEA-27273043DA5D}"/>
          </ac:picMkLst>
        </pc:picChg>
      </pc:sldChg>
      <pc:sldChg chg="addSp modSp new mod modTransition">
        <pc:chgData name="Santosh Adi" userId="1390784c809b8fa0" providerId="LiveId" clId="{3A05ED0D-2807-4ECB-B3AD-F21AC6C5E3CA}" dt="2026-08-28T14:55:40.859" v="1294"/>
        <pc:sldMkLst>
          <pc:docMk/>
          <pc:sldMk cId="3775091872" sldId="269"/>
        </pc:sldMkLst>
        <pc:picChg chg="add mod">
          <ac:chgData name="Santosh Adi" userId="1390784c809b8fa0" providerId="LiveId" clId="{3A05ED0D-2807-4ECB-B3AD-F21AC6C5E3CA}" dt="2026-08-28T14:42:59.790" v="1241"/>
          <ac:picMkLst>
            <pc:docMk/>
            <pc:sldMk cId="3775091872" sldId="269"/>
            <ac:picMk id="3" creationId="{F17FC036-29EA-81F3-A0FF-554E7929AB83}"/>
          </ac:picMkLst>
        </pc:picChg>
        <pc:picChg chg="add mod">
          <ac:chgData name="Santosh Adi" userId="1390784c809b8fa0" providerId="LiveId" clId="{3A05ED0D-2807-4ECB-B3AD-F21AC6C5E3CA}" dt="2026-08-28T14:43:06.730" v="1243" actId="1076"/>
          <ac:picMkLst>
            <pc:docMk/>
            <pc:sldMk cId="3775091872" sldId="269"/>
            <ac:picMk id="5" creationId="{13BA8AC8-ACB4-8BDD-0F79-B516F7865A8B}"/>
          </ac:picMkLst>
        </pc:picChg>
      </pc:sldChg>
      <pc:sldChg chg="addSp modSp new mod modTransition">
        <pc:chgData name="Santosh Adi" userId="1390784c809b8fa0" providerId="LiveId" clId="{3A05ED0D-2807-4ECB-B3AD-F21AC6C5E3CA}" dt="2026-08-28T14:55:46.488" v="1295"/>
        <pc:sldMkLst>
          <pc:docMk/>
          <pc:sldMk cId="486186569" sldId="270"/>
        </pc:sldMkLst>
        <pc:picChg chg="add mod">
          <ac:chgData name="Santosh Adi" userId="1390784c809b8fa0" providerId="LiveId" clId="{3A05ED0D-2807-4ECB-B3AD-F21AC6C5E3CA}" dt="2026-08-28T14:43:37.903" v="1245"/>
          <ac:picMkLst>
            <pc:docMk/>
            <pc:sldMk cId="486186569" sldId="270"/>
            <ac:picMk id="3" creationId="{CD61839A-B765-7B5E-04DF-EA3A783DA74A}"/>
          </ac:picMkLst>
        </pc:picChg>
        <pc:picChg chg="add mod">
          <ac:chgData name="Santosh Adi" userId="1390784c809b8fa0" providerId="LiveId" clId="{3A05ED0D-2807-4ECB-B3AD-F21AC6C5E3CA}" dt="2026-08-28T14:43:51.621" v="1247" actId="1076"/>
          <ac:picMkLst>
            <pc:docMk/>
            <pc:sldMk cId="486186569" sldId="270"/>
            <ac:picMk id="5" creationId="{6E449AC5-FC9B-835C-315C-1799F08E41CD}"/>
          </ac:picMkLst>
        </pc:picChg>
      </pc:sldChg>
      <pc:sldChg chg="addSp modSp new mod modTransition">
        <pc:chgData name="Santosh Adi" userId="1390784c809b8fa0" providerId="LiveId" clId="{3A05ED0D-2807-4ECB-B3AD-F21AC6C5E3CA}" dt="2026-08-28T15:22:25.304" v="1395" actId="1076"/>
        <pc:sldMkLst>
          <pc:docMk/>
          <pc:sldMk cId="3846412263" sldId="271"/>
        </pc:sldMkLst>
        <pc:picChg chg="add mod">
          <ac:chgData name="Santosh Adi" userId="1390784c809b8fa0" providerId="LiveId" clId="{3A05ED0D-2807-4ECB-B3AD-F21AC6C5E3CA}" dt="2026-08-28T14:44:12.604" v="1249"/>
          <ac:picMkLst>
            <pc:docMk/>
            <pc:sldMk cId="3846412263" sldId="271"/>
            <ac:picMk id="3" creationId="{05AD06E5-3802-86B3-0F25-FB01302B6190}"/>
          </ac:picMkLst>
        </pc:picChg>
        <pc:picChg chg="add mod">
          <ac:chgData name="Santosh Adi" userId="1390784c809b8fa0" providerId="LiveId" clId="{3A05ED0D-2807-4ECB-B3AD-F21AC6C5E3CA}" dt="2026-08-28T15:22:25.304" v="1395" actId="1076"/>
          <ac:picMkLst>
            <pc:docMk/>
            <pc:sldMk cId="3846412263" sldId="271"/>
            <ac:picMk id="4" creationId="{7AF3D70F-D7EA-1834-C04D-761CED402A98}"/>
          </ac:picMkLst>
        </pc:picChg>
      </pc:sldChg>
      <pc:sldChg chg="addSp modSp new mod modTransition">
        <pc:chgData name="Santosh Adi" userId="1390784c809b8fa0" providerId="LiveId" clId="{3A05ED0D-2807-4ECB-B3AD-F21AC6C5E3CA}" dt="2026-08-28T15:22:31.225" v="1397" actId="1076"/>
        <pc:sldMkLst>
          <pc:docMk/>
          <pc:sldMk cId="1398193017" sldId="272"/>
        </pc:sldMkLst>
        <pc:picChg chg="add mod">
          <ac:chgData name="Santosh Adi" userId="1390784c809b8fa0" providerId="LiveId" clId="{3A05ED0D-2807-4ECB-B3AD-F21AC6C5E3CA}" dt="2026-08-28T14:44:32.003" v="1251"/>
          <ac:picMkLst>
            <pc:docMk/>
            <pc:sldMk cId="1398193017" sldId="272"/>
            <ac:picMk id="3" creationId="{31744985-8B84-B2D3-90AB-D798494F5CBC}"/>
          </ac:picMkLst>
        </pc:picChg>
        <pc:picChg chg="add mod">
          <ac:chgData name="Santosh Adi" userId="1390784c809b8fa0" providerId="LiveId" clId="{3A05ED0D-2807-4ECB-B3AD-F21AC6C5E3CA}" dt="2026-08-28T15:22:31.225" v="1397" actId="1076"/>
          <ac:picMkLst>
            <pc:docMk/>
            <pc:sldMk cId="1398193017" sldId="272"/>
            <ac:picMk id="4" creationId="{B8862E9B-CF53-2AB7-5441-B172949F96E2}"/>
          </ac:picMkLst>
        </pc:picChg>
      </pc:sldChg>
      <pc:sldChg chg="addSp modSp new mod modTransition">
        <pc:chgData name="Santosh Adi" userId="1390784c809b8fa0" providerId="LiveId" clId="{3A05ED0D-2807-4ECB-B3AD-F21AC6C5E3CA}" dt="2026-08-28T15:22:36.660" v="1399" actId="1076"/>
        <pc:sldMkLst>
          <pc:docMk/>
          <pc:sldMk cId="2035267323" sldId="273"/>
        </pc:sldMkLst>
        <pc:picChg chg="add mod">
          <ac:chgData name="Santosh Adi" userId="1390784c809b8fa0" providerId="LiveId" clId="{3A05ED0D-2807-4ECB-B3AD-F21AC6C5E3CA}" dt="2026-08-28T14:44:39.848" v="1253"/>
          <ac:picMkLst>
            <pc:docMk/>
            <pc:sldMk cId="2035267323" sldId="273"/>
            <ac:picMk id="3" creationId="{30DA2778-831A-F2DA-55BE-5B59D2A84FBF}"/>
          </ac:picMkLst>
        </pc:picChg>
        <pc:picChg chg="add mod">
          <ac:chgData name="Santosh Adi" userId="1390784c809b8fa0" providerId="LiveId" clId="{3A05ED0D-2807-4ECB-B3AD-F21AC6C5E3CA}" dt="2026-08-28T15:22:36.660" v="1399" actId="1076"/>
          <ac:picMkLst>
            <pc:docMk/>
            <pc:sldMk cId="2035267323" sldId="273"/>
            <ac:picMk id="4" creationId="{CC0E4798-8086-FFDC-A4FE-F5C2D52E0714}"/>
          </ac:picMkLst>
        </pc:picChg>
      </pc:sldChg>
      <pc:sldChg chg="addSp modSp new mod modTransition">
        <pc:chgData name="Santosh Adi" userId="1390784c809b8fa0" providerId="LiveId" clId="{3A05ED0D-2807-4ECB-B3AD-F21AC6C5E3CA}" dt="2026-08-28T15:22:41.443" v="1401" actId="1076"/>
        <pc:sldMkLst>
          <pc:docMk/>
          <pc:sldMk cId="4278266865" sldId="274"/>
        </pc:sldMkLst>
        <pc:picChg chg="add mod">
          <ac:chgData name="Santosh Adi" userId="1390784c809b8fa0" providerId="LiveId" clId="{3A05ED0D-2807-4ECB-B3AD-F21AC6C5E3CA}" dt="2026-08-28T14:45:01.075" v="1255"/>
          <ac:picMkLst>
            <pc:docMk/>
            <pc:sldMk cId="4278266865" sldId="274"/>
            <ac:picMk id="3" creationId="{4213CD38-90C9-A04A-F96B-1F368A621061}"/>
          </ac:picMkLst>
        </pc:picChg>
        <pc:picChg chg="add mod">
          <ac:chgData name="Santosh Adi" userId="1390784c809b8fa0" providerId="LiveId" clId="{3A05ED0D-2807-4ECB-B3AD-F21AC6C5E3CA}" dt="2026-08-28T15:22:41.443" v="1401" actId="1076"/>
          <ac:picMkLst>
            <pc:docMk/>
            <pc:sldMk cId="4278266865" sldId="274"/>
            <ac:picMk id="4" creationId="{A1F319FF-30AD-7A51-959D-EBF8466B35D0}"/>
          </ac:picMkLst>
        </pc:picChg>
      </pc:sldChg>
      <pc:sldChg chg="addSp modSp new mod modTransition">
        <pc:chgData name="Santosh Adi" userId="1390784c809b8fa0" providerId="LiveId" clId="{3A05ED0D-2807-4ECB-B3AD-F21AC6C5E3CA}" dt="2026-08-28T15:22:45.911" v="1403" actId="1076"/>
        <pc:sldMkLst>
          <pc:docMk/>
          <pc:sldMk cId="3347428931" sldId="275"/>
        </pc:sldMkLst>
        <pc:picChg chg="add mod">
          <ac:chgData name="Santosh Adi" userId="1390784c809b8fa0" providerId="LiveId" clId="{3A05ED0D-2807-4ECB-B3AD-F21AC6C5E3CA}" dt="2026-08-28T14:45:17.924" v="1257"/>
          <ac:picMkLst>
            <pc:docMk/>
            <pc:sldMk cId="3347428931" sldId="275"/>
            <ac:picMk id="3" creationId="{D8985F24-76BB-D92C-72BF-8DEDB9C429CD}"/>
          </ac:picMkLst>
        </pc:picChg>
        <pc:picChg chg="add mod">
          <ac:chgData name="Santosh Adi" userId="1390784c809b8fa0" providerId="LiveId" clId="{3A05ED0D-2807-4ECB-B3AD-F21AC6C5E3CA}" dt="2026-08-28T15:22:45.911" v="1403" actId="1076"/>
          <ac:picMkLst>
            <pc:docMk/>
            <pc:sldMk cId="3347428931" sldId="275"/>
            <ac:picMk id="4" creationId="{3753E59B-95B5-4CDD-F423-50AEE2F5CA90}"/>
          </ac:picMkLst>
        </pc:picChg>
      </pc:sldChg>
      <pc:sldChg chg="addSp modSp new mod modTransition">
        <pc:chgData name="Santosh Adi" userId="1390784c809b8fa0" providerId="LiveId" clId="{3A05ED0D-2807-4ECB-B3AD-F21AC6C5E3CA}" dt="2026-08-28T15:22:50.559" v="1405" actId="1076"/>
        <pc:sldMkLst>
          <pc:docMk/>
          <pc:sldMk cId="2293709368" sldId="276"/>
        </pc:sldMkLst>
        <pc:picChg chg="add mod">
          <ac:chgData name="Santosh Adi" userId="1390784c809b8fa0" providerId="LiveId" clId="{3A05ED0D-2807-4ECB-B3AD-F21AC6C5E3CA}" dt="2026-08-28T14:45:25.417" v="1259"/>
          <ac:picMkLst>
            <pc:docMk/>
            <pc:sldMk cId="2293709368" sldId="276"/>
            <ac:picMk id="3" creationId="{B7C01596-D247-32FA-C8F2-4DDB3E7BDD44}"/>
          </ac:picMkLst>
        </pc:picChg>
        <pc:picChg chg="add mod">
          <ac:chgData name="Santosh Adi" userId="1390784c809b8fa0" providerId="LiveId" clId="{3A05ED0D-2807-4ECB-B3AD-F21AC6C5E3CA}" dt="2026-08-28T15:22:50.559" v="1405" actId="1076"/>
          <ac:picMkLst>
            <pc:docMk/>
            <pc:sldMk cId="2293709368" sldId="276"/>
            <ac:picMk id="4" creationId="{9795EA68-8893-91EB-08D8-E5E44B081EE2}"/>
          </ac:picMkLst>
        </pc:picChg>
      </pc:sldChg>
      <pc:sldChg chg="addSp delSp modSp new mod modTransition">
        <pc:chgData name="Santosh Adi" userId="1390784c809b8fa0" providerId="LiveId" clId="{3A05ED0D-2807-4ECB-B3AD-F21AC6C5E3CA}" dt="2026-08-28T14:56:45.894" v="1302"/>
        <pc:sldMkLst>
          <pc:docMk/>
          <pc:sldMk cId="1824505287" sldId="277"/>
        </pc:sldMkLst>
        <pc:spChg chg="add del mod">
          <ac:chgData name="Santosh Adi" userId="1390784c809b8fa0" providerId="LiveId" clId="{3A05ED0D-2807-4ECB-B3AD-F21AC6C5E3CA}" dt="2026-08-28T14:45:39.695" v="1262"/>
          <ac:spMkLst>
            <pc:docMk/>
            <pc:sldMk cId="1824505287" sldId="277"/>
            <ac:spMk id="2" creationId="{C4065531-EC58-F2C1-62C9-3BB841DFA339}"/>
          </ac:spMkLst>
        </pc:spChg>
        <pc:picChg chg="add mod">
          <ac:chgData name="Santosh Adi" userId="1390784c809b8fa0" providerId="LiveId" clId="{3A05ED0D-2807-4ECB-B3AD-F21AC6C5E3CA}" dt="2026-08-28T14:52:50.305" v="1277" actId="14100"/>
          <ac:picMkLst>
            <pc:docMk/>
            <pc:sldMk cId="1824505287" sldId="277"/>
            <ac:picMk id="3" creationId="{92B6B063-8D95-4CF6-508E-64441D974FCF}"/>
          </ac:picMkLst>
        </pc:picChg>
        <pc:picChg chg="add mod">
          <ac:chgData name="Santosh Adi" userId="1390784c809b8fa0" providerId="LiveId" clId="{3A05ED0D-2807-4ECB-B3AD-F21AC6C5E3CA}" dt="2026-08-28T14:53:18.388" v="1281" actId="14100"/>
          <ac:picMkLst>
            <pc:docMk/>
            <pc:sldMk cId="1824505287" sldId="277"/>
            <ac:picMk id="5" creationId="{FD77F1F3-39A2-001F-3430-4F687A5BA91A}"/>
          </ac:picMkLst>
        </pc:picChg>
      </pc:sldChg>
      <pc:sldChg chg="new del">
        <pc:chgData name="Santosh Adi" userId="1390784c809b8fa0" providerId="LiveId" clId="{3A05ED0D-2807-4ECB-B3AD-F21AC6C5E3CA}" dt="2026-08-28T14:42:46.110" v="1237" actId="47"/>
        <pc:sldMkLst>
          <pc:docMk/>
          <pc:sldMk cId="1471807018" sldId="278"/>
        </pc:sldMkLst>
      </pc:sldChg>
      <pc:sldChg chg="addSp delSp modSp new mod modTransition">
        <pc:chgData name="Santosh Adi" userId="1390784c809b8fa0" providerId="LiveId" clId="{3A05ED0D-2807-4ECB-B3AD-F21AC6C5E3CA}" dt="2026-08-28T15:56:46.803" v="1410" actId="14100"/>
        <pc:sldMkLst>
          <pc:docMk/>
          <pc:sldMk cId="3186921447" sldId="278"/>
        </pc:sldMkLst>
        <pc:spChg chg="add mod">
          <ac:chgData name="Santosh Adi" userId="1390784c809b8fa0" providerId="LiveId" clId="{3A05ED0D-2807-4ECB-B3AD-F21AC6C5E3CA}" dt="2026-08-28T14:46:43.357" v="1263" actId="767"/>
          <ac:spMkLst>
            <pc:docMk/>
            <pc:sldMk cId="3186921447" sldId="278"/>
            <ac:spMk id="2" creationId="{F8927D76-8D4B-D062-1CE5-B0BC16B4C753}"/>
          </ac:spMkLst>
        </pc:spChg>
        <pc:picChg chg="add mod">
          <ac:chgData name="Santosh Adi" userId="1390784c809b8fa0" providerId="LiveId" clId="{3A05ED0D-2807-4ECB-B3AD-F21AC6C5E3CA}" dt="2026-08-28T15:56:46.803" v="1410" actId="14100"/>
          <ac:picMkLst>
            <pc:docMk/>
            <pc:sldMk cId="3186921447" sldId="278"/>
            <ac:picMk id="4" creationId="{C230564D-9357-364E-5722-3A25BDC5A2D8}"/>
          </ac:picMkLst>
        </pc:picChg>
        <pc:picChg chg="add del">
          <ac:chgData name="Santosh Adi" userId="1390784c809b8fa0" providerId="LiveId" clId="{3A05ED0D-2807-4ECB-B3AD-F21AC6C5E3CA}" dt="2026-08-28T14:54:54.519" v="1288" actId="478"/>
          <ac:picMkLst>
            <pc:docMk/>
            <pc:sldMk cId="3186921447" sldId="278"/>
            <ac:picMk id="6" creationId="{881D397A-8F57-2199-A8D6-763B5DC1E98D}"/>
          </ac:picMkLst>
        </pc:picChg>
        <pc:picChg chg="add mod">
          <ac:chgData name="Santosh Adi" userId="1390784c809b8fa0" providerId="LiveId" clId="{3A05ED0D-2807-4ECB-B3AD-F21AC6C5E3CA}" dt="2026-08-28T14:55:12.100" v="1291" actId="14100"/>
          <ac:picMkLst>
            <pc:docMk/>
            <pc:sldMk cId="3186921447" sldId="278"/>
            <ac:picMk id="8" creationId="{48A2478C-E17E-E1E2-3104-DC378F5BCC02}"/>
          </ac:picMkLst>
        </pc:picChg>
      </pc:sldChg>
      <pc:sldChg chg="addSp delSp modSp new mod modTransition">
        <pc:chgData name="Santosh Adi" userId="1390784c809b8fa0" providerId="LiveId" clId="{3A05ED0D-2807-4ECB-B3AD-F21AC6C5E3CA}" dt="2026-08-28T16:54:36.717" v="1549" actId="207"/>
        <pc:sldMkLst>
          <pc:docMk/>
          <pc:sldMk cId="770839508" sldId="279"/>
        </pc:sldMkLst>
        <pc:spChg chg="add mod">
          <ac:chgData name="Santosh Adi" userId="1390784c809b8fa0" providerId="LiveId" clId="{3A05ED0D-2807-4ECB-B3AD-F21AC6C5E3CA}" dt="2026-08-28T16:54:36.717" v="1549" actId="207"/>
          <ac:spMkLst>
            <pc:docMk/>
            <pc:sldMk cId="770839508" sldId="279"/>
            <ac:spMk id="10" creationId="{51F15BC1-F244-6FB2-52B6-2ECD94A34D32}"/>
          </ac:spMkLst>
        </pc:spChg>
        <pc:picChg chg="add mod">
          <ac:chgData name="Santosh Adi" userId="1390784c809b8fa0" providerId="LiveId" clId="{3A05ED0D-2807-4ECB-B3AD-F21AC6C5E3CA}" dt="2026-08-28T15:56:12.722" v="1408" actId="14100"/>
          <ac:picMkLst>
            <pc:docMk/>
            <pc:sldMk cId="770839508" sldId="279"/>
            <ac:picMk id="3" creationId="{4078515B-03C2-6484-E3EC-9ECC809121FB}"/>
          </ac:picMkLst>
        </pc:picChg>
        <pc:picChg chg="add mod">
          <ac:chgData name="Santosh Adi" userId="1390784c809b8fa0" providerId="LiveId" clId="{3A05ED0D-2807-4ECB-B3AD-F21AC6C5E3CA}" dt="2026-08-28T16:20:11.055" v="1413" actId="1076"/>
          <ac:picMkLst>
            <pc:docMk/>
            <pc:sldMk cId="770839508" sldId="279"/>
            <ac:picMk id="5" creationId="{C905F5C6-367A-E703-2F3F-69507065C930}"/>
          </ac:picMkLst>
        </pc:picChg>
        <pc:picChg chg="add del mod">
          <ac:chgData name="Santosh Adi" userId="1390784c809b8fa0" providerId="LiveId" clId="{3A05ED0D-2807-4ECB-B3AD-F21AC6C5E3CA}" dt="2026-08-28T16:48:20.416" v="1514" actId="478"/>
          <ac:picMkLst>
            <pc:docMk/>
            <pc:sldMk cId="770839508" sldId="279"/>
            <ac:picMk id="7" creationId="{A4B79DA2-724F-CC33-366B-0451A7C00EFF}"/>
          </ac:picMkLst>
        </pc:picChg>
        <pc:picChg chg="add del mod">
          <ac:chgData name="Santosh Adi" userId="1390784c809b8fa0" providerId="LiveId" clId="{3A05ED0D-2807-4ECB-B3AD-F21AC6C5E3CA}" dt="2026-08-28T16:53:55.935" v="1545" actId="478"/>
          <ac:picMkLst>
            <pc:docMk/>
            <pc:sldMk cId="770839508" sldId="279"/>
            <ac:picMk id="9" creationId="{4F759B32-BF78-7D64-DA31-44A24FCE793B}"/>
          </ac:picMkLst>
        </pc:picChg>
      </pc:sldChg>
      <pc:sldChg chg="new del">
        <pc:chgData name="Santosh Adi" userId="1390784c809b8fa0" providerId="LiveId" clId="{3A05ED0D-2807-4ECB-B3AD-F21AC6C5E3CA}" dt="2026-08-28T14:42:47.082" v="1238" actId="47"/>
        <pc:sldMkLst>
          <pc:docMk/>
          <pc:sldMk cId="3872756677" sldId="279"/>
        </pc:sldMkLst>
      </pc:sldChg>
      <pc:sldChg chg="addSp delSp modSp new mod modTransition">
        <pc:chgData name="Santosh Adi" userId="1390784c809b8fa0" providerId="LiveId" clId="{3A05ED0D-2807-4ECB-B3AD-F21AC6C5E3CA}" dt="2026-08-28T16:57:37.447" v="1564" actId="14100"/>
        <pc:sldMkLst>
          <pc:docMk/>
          <pc:sldMk cId="168595486" sldId="280"/>
        </pc:sldMkLst>
        <pc:spChg chg="add mod">
          <ac:chgData name="Santosh Adi" userId="1390784c809b8fa0" providerId="LiveId" clId="{3A05ED0D-2807-4ECB-B3AD-F21AC6C5E3CA}" dt="2026-08-28T16:57:37.447" v="1564" actId="14100"/>
          <ac:spMkLst>
            <pc:docMk/>
            <pc:sldMk cId="168595486" sldId="280"/>
            <ac:spMk id="16" creationId="{EDC26640-D0D8-7E60-446A-CFB1C877786D}"/>
          </ac:spMkLst>
        </pc:spChg>
        <pc:picChg chg="add mod">
          <ac:chgData name="Santosh Adi" userId="1390784c809b8fa0" providerId="LiveId" clId="{3A05ED0D-2807-4ECB-B3AD-F21AC6C5E3CA}" dt="2026-08-28T16:26:05.807" v="1448" actId="14100"/>
          <ac:picMkLst>
            <pc:docMk/>
            <pc:sldMk cId="168595486" sldId="280"/>
            <ac:picMk id="3" creationId="{EECBD28B-1FBE-C8B4-898D-15007405E232}"/>
          </ac:picMkLst>
        </pc:picChg>
        <pc:picChg chg="add mod">
          <ac:chgData name="Santosh Adi" userId="1390784c809b8fa0" providerId="LiveId" clId="{3A05ED0D-2807-4ECB-B3AD-F21AC6C5E3CA}" dt="2026-08-28T16:28:10.952" v="1462" actId="1076"/>
          <ac:picMkLst>
            <pc:docMk/>
            <pc:sldMk cId="168595486" sldId="280"/>
            <ac:picMk id="5" creationId="{45F2E04B-A8AB-1510-0600-4345F8C3D380}"/>
          </ac:picMkLst>
        </pc:picChg>
        <pc:picChg chg="add mod">
          <ac:chgData name="Santosh Adi" userId="1390784c809b8fa0" providerId="LiveId" clId="{3A05ED0D-2807-4ECB-B3AD-F21AC6C5E3CA}" dt="2026-08-28T16:28:29.858" v="1465" actId="1076"/>
          <ac:picMkLst>
            <pc:docMk/>
            <pc:sldMk cId="168595486" sldId="280"/>
            <ac:picMk id="7" creationId="{B5A12DEB-8F5E-8470-E955-C477213C4923}"/>
          </ac:picMkLst>
        </pc:picChg>
        <pc:picChg chg="add del">
          <ac:chgData name="Santosh Adi" userId="1390784c809b8fa0" providerId="LiveId" clId="{3A05ED0D-2807-4ECB-B3AD-F21AC6C5E3CA}" dt="2026-08-28T16:28:38.233" v="1469" actId="478"/>
          <ac:picMkLst>
            <pc:docMk/>
            <pc:sldMk cId="168595486" sldId="280"/>
            <ac:picMk id="9" creationId="{92398F48-5171-0FC5-5BB3-2BA7EDC07F0D}"/>
          </ac:picMkLst>
        </pc:picChg>
        <pc:picChg chg="add mod">
          <ac:chgData name="Santosh Adi" userId="1390784c809b8fa0" providerId="LiveId" clId="{3A05ED0D-2807-4ECB-B3AD-F21AC6C5E3CA}" dt="2026-08-28T16:29:05.973" v="1478" actId="1076"/>
          <ac:picMkLst>
            <pc:docMk/>
            <pc:sldMk cId="168595486" sldId="280"/>
            <ac:picMk id="11" creationId="{AD552248-7C9C-90E6-0EC5-DD906F429BE3}"/>
          </ac:picMkLst>
        </pc:picChg>
        <pc:picChg chg="add del mod">
          <ac:chgData name="Santosh Adi" userId="1390784c809b8fa0" providerId="LiveId" clId="{3A05ED0D-2807-4ECB-B3AD-F21AC6C5E3CA}" dt="2026-08-28T16:48:22.838" v="1515" actId="478"/>
          <ac:picMkLst>
            <pc:docMk/>
            <pc:sldMk cId="168595486" sldId="280"/>
            <ac:picMk id="13" creationId="{5BD02DE2-BA56-1C67-E529-35682D302CF3}"/>
          </ac:picMkLst>
        </pc:picChg>
        <pc:picChg chg="add del">
          <ac:chgData name="Santosh Adi" userId="1390784c809b8fa0" providerId="LiveId" clId="{3A05ED0D-2807-4ECB-B3AD-F21AC6C5E3CA}" dt="2026-08-28T16:54:50.391" v="1551" actId="478"/>
          <ac:picMkLst>
            <pc:docMk/>
            <pc:sldMk cId="168595486" sldId="280"/>
            <ac:picMk id="15" creationId="{89FCAEBC-E090-69F4-9F36-0143A06F8FA2}"/>
          </ac:picMkLst>
        </pc:picChg>
      </pc:sldChg>
      <pc:sldChg chg="addSp delSp modSp new mod modTransition">
        <pc:chgData name="Santosh Adi" userId="1390784c809b8fa0" providerId="LiveId" clId="{3A05ED0D-2807-4ECB-B3AD-F21AC6C5E3CA}" dt="2026-08-28T16:51:48.174" v="1539"/>
        <pc:sldMkLst>
          <pc:docMk/>
          <pc:sldMk cId="2793974645" sldId="281"/>
        </pc:sldMkLst>
        <pc:spChg chg="add mod">
          <ac:chgData name="Santosh Adi" userId="1390784c809b8fa0" providerId="LiveId" clId="{3A05ED0D-2807-4ECB-B3AD-F21AC6C5E3CA}" dt="2026-08-28T16:49:52.894" v="1530" actId="1076"/>
          <ac:spMkLst>
            <pc:docMk/>
            <pc:sldMk cId="2793974645" sldId="281"/>
            <ac:spMk id="6" creationId="{21163266-63FF-30DF-59A4-94977F3E4329}"/>
          </ac:spMkLst>
        </pc:spChg>
        <pc:picChg chg="add mod">
          <ac:chgData name="Santosh Adi" userId="1390784c809b8fa0" providerId="LiveId" clId="{3A05ED0D-2807-4ECB-B3AD-F21AC6C5E3CA}" dt="2026-08-28T16:51:36.285" v="1537" actId="14100"/>
          <ac:picMkLst>
            <pc:docMk/>
            <pc:sldMk cId="2793974645" sldId="281"/>
            <ac:picMk id="3" creationId="{8161209B-D89E-62EC-FD25-A177057D22DE}"/>
          </ac:picMkLst>
        </pc:picChg>
        <pc:picChg chg="add del mod ord">
          <ac:chgData name="Santosh Adi" userId="1390784c809b8fa0" providerId="LiveId" clId="{3A05ED0D-2807-4ECB-B3AD-F21AC6C5E3CA}" dt="2026-08-28T16:49:46.945" v="1528" actId="478"/>
          <ac:picMkLst>
            <pc:docMk/>
            <pc:sldMk cId="2793974645" sldId="281"/>
            <ac:picMk id="5" creationId="{303E3A9C-90C4-9B0B-5299-D937EE0C9AC7}"/>
          </ac:picMkLst>
        </pc:picChg>
      </pc:sldChg>
      <pc:sldChg chg="delSp modSp add del mod ord">
        <pc:chgData name="Santosh Adi" userId="1390784c809b8fa0" providerId="LiveId" clId="{3A05ED0D-2807-4ECB-B3AD-F21AC6C5E3CA}" dt="2026-08-28T16:36:16.232" v="1501" actId="47"/>
        <pc:sldMkLst>
          <pc:docMk/>
          <pc:sldMk cId="4034214003" sldId="281"/>
        </pc:sldMkLst>
        <pc:picChg chg="del mod">
          <ac:chgData name="Santosh Adi" userId="1390784c809b8fa0" providerId="LiveId" clId="{3A05ED0D-2807-4ECB-B3AD-F21AC6C5E3CA}" dt="2026-08-28T16:36:09.435" v="1499" actId="478"/>
          <ac:picMkLst>
            <pc:docMk/>
            <pc:sldMk cId="4034214003" sldId="281"/>
            <ac:picMk id="7" creationId="{3BDCDA3B-FFC2-DFEF-F9AA-F77100D7AA77}"/>
          </ac:picMkLst>
        </pc:picChg>
      </pc:sldChg>
      <pc:sldChg chg="addSp modSp new mod modTransition chgLayout">
        <pc:chgData name="Santosh Adi" userId="1390784c809b8fa0" providerId="LiveId" clId="{3A05ED0D-2807-4ECB-B3AD-F21AC6C5E3CA}" dt="2026-08-28T17:00:44.470" v="1565" actId="6264"/>
        <pc:sldMkLst>
          <pc:docMk/>
          <pc:sldMk cId="275490842" sldId="282"/>
        </pc:sldMkLst>
        <pc:spChg chg="add mod">
          <ac:chgData name="Santosh Adi" userId="1390784c809b8fa0" providerId="LiveId" clId="{3A05ED0D-2807-4ECB-B3AD-F21AC6C5E3CA}" dt="2026-08-28T16:51:12.510" v="1535" actId="208"/>
          <ac:spMkLst>
            <pc:docMk/>
            <pc:sldMk cId="275490842" sldId="282"/>
            <ac:spMk id="4" creationId="{9171A38B-CC42-CC40-D44A-643A78CE3460}"/>
          </ac:spMkLst>
        </pc:spChg>
        <pc:picChg chg="add mod">
          <ac:chgData name="Santosh Adi" userId="1390784c809b8fa0" providerId="LiveId" clId="{3A05ED0D-2807-4ECB-B3AD-F21AC6C5E3CA}" dt="2026-08-28T16:51:55.573" v="1540" actId="14100"/>
          <ac:picMkLst>
            <pc:docMk/>
            <pc:sldMk cId="275490842" sldId="282"/>
            <ac:picMk id="3" creationId="{93B58E7E-379A-FD7A-E178-FF1DFC5243C2}"/>
          </ac:picMkLst>
        </pc:picChg>
      </pc:sldChg>
      <pc:sldChg chg="delSp add del mod">
        <pc:chgData name="Santosh Adi" userId="1390784c809b8fa0" providerId="LiveId" clId="{3A05ED0D-2807-4ECB-B3AD-F21AC6C5E3CA}" dt="2026-08-28T16:36:17.480" v="1502" actId="47"/>
        <pc:sldMkLst>
          <pc:docMk/>
          <pc:sldMk cId="611823207" sldId="282"/>
        </pc:sldMkLst>
        <pc:picChg chg="del">
          <ac:chgData name="Santosh Adi" userId="1390784c809b8fa0" providerId="LiveId" clId="{3A05ED0D-2807-4ECB-B3AD-F21AC6C5E3CA}" dt="2026-08-28T16:36:13.907" v="1500" actId="478"/>
          <ac:picMkLst>
            <pc:docMk/>
            <pc:sldMk cId="611823207" sldId="282"/>
            <ac:picMk id="13" creationId="{3B208937-17FE-B7DE-9EBC-4E89F1A552AC}"/>
          </ac:picMkLst>
        </pc:picChg>
      </pc:sldChg>
      <pc:sldChg chg="addSp modSp new mod modTransition">
        <pc:chgData name="Santosh Adi" userId="1390784c809b8fa0" providerId="LiveId" clId="{3A05ED0D-2807-4ECB-B3AD-F21AC6C5E3CA}" dt="2026-08-28T17:03:13.923" v="1589"/>
        <pc:sldMkLst>
          <pc:docMk/>
          <pc:sldMk cId="1086244161" sldId="283"/>
        </pc:sldMkLst>
        <pc:picChg chg="add mod">
          <ac:chgData name="Santosh Adi" userId="1390784c809b8fa0" providerId="LiveId" clId="{3A05ED0D-2807-4ECB-B3AD-F21AC6C5E3CA}" dt="2026-08-28T17:01:04.706" v="1573" actId="14100"/>
          <ac:picMkLst>
            <pc:docMk/>
            <pc:sldMk cId="1086244161" sldId="283"/>
            <ac:picMk id="3" creationId="{7E2B5E5F-2C66-48CD-2183-4120F5303B22}"/>
          </ac:picMkLst>
        </pc:picChg>
      </pc:sldChg>
      <pc:sldChg chg="addSp modSp new mod modTransition">
        <pc:chgData name="Santosh Adi" userId="1390784c809b8fa0" providerId="LiveId" clId="{3A05ED0D-2807-4ECB-B3AD-F21AC6C5E3CA}" dt="2026-08-28T17:03:12.190" v="1588"/>
        <pc:sldMkLst>
          <pc:docMk/>
          <pc:sldMk cId="845088705" sldId="284"/>
        </pc:sldMkLst>
        <pc:picChg chg="add mod">
          <ac:chgData name="Santosh Adi" userId="1390784c809b8fa0" providerId="LiveId" clId="{3A05ED0D-2807-4ECB-B3AD-F21AC6C5E3CA}" dt="2026-08-28T17:01:52.754" v="1578" actId="14100"/>
          <ac:picMkLst>
            <pc:docMk/>
            <pc:sldMk cId="845088705" sldId="284"/>
            <ac:picMk id="3" creationId="{703361DB-68B6-E90F-49B2-174838C17634}"/>
          </ac:picMkLst>
        </pc:picChg>
      </pc:sldChg>
      <pc:sldChg chg="addSp modSp new mod modTransition">
        <pc:chgData name="Santosh Adi" userId="1390784c809b8fa0" providerId="LiveId" clId="{3A05ED0D-2807-4ECB-B3AD-F21AC6C5E3CA}" dt="2026-08-28T17:05:53.021" v="1606" actId="1076"/>
        <pc:sldMkLst>
          <pc:docMk/>
          <pc:sldMk cId="2946920171" sldId="285"/>
        </pc:sldMkLst>
        <pc:spChg chg="add mod">
          <ac:chgData name="Santosh Adi" userId="1390784c809b8fa0" providerId="LiveId" clId="{3A05ED0D-2807-4ECB-B3AD-F21AC6C5E3CA}" dt="2026-08-28T17:05:42.822" v="1603" actId="208"/>
          <ac:spMkLst>
            <pc:docMk/>
            <pc:sldMk cId="2946920171" sldId="285"/>
            <ac:spMk id="4" creationId="{8F8F653A-85C9-3BCF-8E58-026141F783B3}"/>
          </ac:spMkLst>
        </pc:spChg>
        <pc:spChg chg="add mod">
          <ac:chgData name="Santosh Adi" userId="1390784c809b8fa0" providerId="LiveId" clId="{3A05ED0D-2807-4ECB-B3AD-F21AC6C5E3CA}" dt="2026-08-28T17:05:53.021" v="1606" actId="1076"/>
          <ac:spMkLst>
            <pc:docMk/>
            <pc:sldMk cId="2946920171" sldId="285"/>
            <ac:spMk id="5" creationId="{4069D994-5430-39C8-738E-C3C7DB5158AC}"/>
          </ac:spMkLst>
        </pc:spChg>
        <pc:picChg chg="add mod">
          <ac:chgData name="Santosh Adi" userId="1390784c809b8fa0" providerId="LiveId" clId="{3A05ED0D-2807-4ECB-B3AD-F21AC6C5E3CA}" dt="2026-08-28T17:02:48.230" v="1581" actId="14100"/>
          <ac:picMkLst>
            <pc:docMk/>
            <pc:sldMk cId="2946920171" sldId="285"/>
            <ac:picMk id="3" creationId="{7FCC4A15-AEFA-9BDC-E2F3-C93E58486FC9}"/>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08-28T15:56:35.874"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AC8CE-0E6F-4458-B474-DE15390BD683}" type="datetimeFigureOut">
              <a:rPr lang="en-IN" smtClean="0"/>
              <a:t>28-08-2026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A72113-E002-45C7-B5B7-3A51C6B46F9D}" type="slidenum">
              <a:rPr lang="en-IN" smtClean="0"/>
              <a:t>‹#›</a:t>
            </a:fld>
            <a:endParaRPr lang="en-IN"/>
          </a:p>
        </p:txBody>
      </p:sp>
    </p:spTree>
    <p:extLst>
      <p:ext uri="{BB962C8B-B14F-4D97-AF65-F5344CB8AC3E}">
        <p14:creationId xmlns:p14="http://schemas.microsoft.com/office/powerpoint/2010/main" val="1379969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05BB4-7478-2925-242D-0C64D7B9DC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6FA02A-E57D-1D3B-585B-F62EF1E148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474C1F-42CB-28D8-73DE-280D767BF3E6}"/>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5" name="Footer Placeholder 4">
            <a:extLst>
              <a:ext uri="{FF2B5EF4-FFF2-40B4-BE49-F238E27FC236}">
                <a16:creationId xmlns:a16="http://schemas.microsoft.com/office/drawing/2014/main" id="{9D4077FD-2CEB-FEA3-DB30-4BAD7E5CDF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C25CCF-E8C7-84F0-C640-43C6E831E6C8}"/>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747743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20EF-A350-7483-F287-4EE02B62D8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21F501-8221-D0E0-D0E7-CF328E0BE9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9865A8-FB9C-940D-5312-AFF88B65321A}"/>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5" name="Footer Placeholder 4">
            <a:extLst>
              <a:ext uri="{FF2B5EF4-FFF2-40B4-BE49-F238E27FC236}">
                <a16:creationId xmlns:a16="http://schemas.microsoft.com/office/drawing/2014/main" id="{945E0D2F-8639-6469-CC18-A1FD39AF11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78EE5E-AD49-D1D1-A2B3-09B8BF2613C1}"/>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4153976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6A482-03F0-3339-EB19-8672F5002A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1DF8F7-359D-54EC-743D-7AED551004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6415CF-FCBB-5722-7DA8-6F398E50576C}"/>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5" name="Footer Placeholder 4">
            <a:extLst>
              <a:ext uri="{FF2B5EF4-FFF2-40B4-BE49-F238E27FC236}">
                <a16:creationId xmlns:a16="http://schemas.microsoft.com/office/drawing/2014/main" id="{EF7E5954-1F0C-AD45-069E-3D841AB9CE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B19C7D-8C64-7FD7-B30C-F37CBC32388D}"/>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2953069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6B88C-B881-54C5-7B03-E427322B9A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0698D5-9E8B-7F92-7261-F0D5CD88BC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497493-3899-A661-96F4-09D02DE384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767702-E142-63BD-8065-66AF79501F39}"/>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6" name="Footer Placeholder 5">
            <a:extLst>
              <a:ext uri="{FF2B5EF4-FFF2-40B4-BE49-F238E27FC236}">
                <a16:creationId xmlns:a16="http://schemas.microsoft.com/office/drawing/2014/main" id="{92F8AB0F-FFF0-94F6-6F4C-B29E841BC3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9BB798-B43A-1A62-9625-F49A8F4FE440}"/>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3750154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0E83F-555E-FF9C-F551-1BE444C912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ABB9F6-DDEE-61FD-75EC-EEB4520453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6A0B11-394D-E37C-E16C-F4D6BA0C04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3AFF79-5874-7262-F050-670D88F851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D8034-C496-7324-41F6-D1EC4B54FA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58572C-B39D-5985-25DC-7EFFB1204322}"/>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8" name="Footer Placeholder 7">
            <a:extLst>
              <a:ext uri="{FF2B5EF4-FFF2-40B4-BE49-F238E27FC236}">
                <a16:creationId xmlns:a16="http://schemas.microsoft.com/office/drawing/2014/main" id="{2A5A7C2D-5532-770B-F733-F998941F0D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B41F02-1683-4E67-B74C-C89ECB2C1AAE}"/>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1249563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66FBE-F071-B51A-2B88-599FFFFD43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4499AD-9CAF-EBA3-A8B3-4A0D6D38D047}"/>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4" name="Footer Placeholder 3">
            <a:extLst>
              <a:ext uri="{FF2B5EF4-FFF2-40B4-BE49-F238E27FC236}">
                <a16:creationId xmlns:a16="http://schemas.microsoft.com/office/drawing/2014/main" id="{8339E9CA-3A5C-A94E-A4E3-81F1314853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58B9B8-DF16-F03B-1156-824FF40FFF3C}"/>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2804932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E7979B-0210-0027-EE0E-0A3BD368F0EB}"/>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3" name="Footer Placeholder 2">
            <a:extLst>
              <a:ext uri="{FF2B5EF4-FFF2-40B4-BE49-F238E27FC236}">
                <a16:creationId xmlns:a16="http://schemas.microsoft.com/office/drawing/2014/main" id="{BF6F9B3E-157E-D476-21FA-E5728A4DA5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EBDDA3-DCCE-4D99-30A4-260EC306E0AE}"/>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524095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1D9C3-D2EE-C367-2E6A-CC8713C45E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B7AF6A-0ACC-448E-1AD0-70A9A4DD7A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A97F7F-CB0C-0108-704C-9EFFDDAC73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5B7580-29C4-73D8-4857-1E6192CB1ECF}"/>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6" name="Footer Placeholder 5">
            <a:extLst>
              <a:ext uri="{FF2B5EF4-FFF2-40B4-BE49-F238E27FC236}">
                <a16:creationId xmlns:a16="http://schemas.microsoft.com/office/drawing/2014/main" id="{2A7CAD07-BC4E-1C8B-7685-4E79783486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B3B6AB-786F-FA69-87BE-9D4D26A7ED63}"/>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60018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F302-D458-0A60-441F-4151E5385F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064CC77-26A0-A73D-91A5-04D0F4FCA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818A48-A8CC-765C-61B9-ACBD7B3F4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19266-0035-7DF3-4F6D-3E98F9BFBF47}"/>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6" name="Footer Placeholder 5">
            <a:extLst>
              <a:ext uri="{FF2B5EF4-FFF2-40B4-BE49-F238E27FC236}">
                <a16:creationId xmlns:a16="http://schemas.microsoft.com/office/drawing/2014/main" id="{6BCFC6B9-C3F3-18DD-2AD7-EFA92055EA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28D63-3D14-7BC6-B5D9-BBB033FC1FF0}"/>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11151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044D-8EAA-F2B5-229F-493896EBD0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07578E-967F-FA52-76C4-DF54435F2E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C11EEE-A493-142E-4CBB-B50B4070234D}"/>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5" name="Footer Placeholder 4">
            <a:extLst>
              <a:ext uri="{FF2B5EF4-FFF2-40B4-BE49-F238E27FC236}">
                <a16:creationId xmlns:a16="http://schemas.microsoft.com/office/drawing/2014/main" id="{51738896-A30C-195A-1896-FD6483B0F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E6251B-84CA-C5D5-232E-509C4D7068B8}"/>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3816329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8E4650-4AA7-E3BB-129F-6339D74B95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660495-0555-40CF-FCDC-46EE58373B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ABD96-9276-319C-022F-8667D2707E91}"/>
              </a:ext>
            </a:extLst>
          </p:cNvPr>
          <p:cNvSpPr>
            <a:spLocks noGrp="1"/>
          </p:cNvSpPr>
          <p:nvPr>
            <p:ph type="dt" sz="half" idx="10"/>
          </p:nvPr>
        </p:nvSpPr>
        <p:spPr/>
        <p:txBody>
          <a:bodyPr/>
          <a:lstStyle/>
          <a:p>
            <a:fld id="{6704D920-70EE-4829-A2A8-A672BEE1C487}" type="datetimeFigureOut">
              <a:rPr lang="en-IN" smtClean="0"/>
              <a:t>28-08-2026</a:t>
            </a:fld>
            <a:endParaRPr lang="en-IN"/>
          </a:p>
        </p:txBody>
      </p:sp>
      <p:sp>
        <p:nvSpPr>
          <p:cNvPr id="5" name="Footer Placeholder 4">
            <a:extLst>
              <a:ext uri="{FF2B5EF4-FFF2-40B4-BE49-F238E27FC236}">
                <a16:creationId xmlns:a16="http://schemas.microsoft.com/office/drawing/2014/main" id="{4248738F-7ABB-A90B-0D15-278CE0862A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89C5D5-3DD2-6DAA-1A81-0AB2D4E129F7}"/>
              </a:ext>
            </a:extLst>
          </p:cNvPr>
          <p:cNvSpPr>
            <a:spLocks noGrp="1"/>
          </p:cNvSpPr>
          <p:nvPr>
            <p:ph type="sldNum" sz="quarter" idx="12"/>
          </p:nvPr>
        </p:nvSpPr>
        <p:spPr/>
        <p:txBody>
          <a:bodyPr/>
          <a:lstStyle/>
          <a:p>
            <a:fld id="{7C8A7656-CD08-43A6-A780-D78914EE5D2B}" type="slidenum">
              <a:rPr lang="en-IN" smtClean="0"/>
              <a:t>‹#›</a:t>
            </a:fld>
            <a:endParaRPr lang="en-IN"/>
          </a:p>
        </p:txBody>
      </p:sp>
    </p:spTree>
    <p:extLst>
      <p:ext uri="{BB962C8B-B14F-4D97-AF65-F5344CB8AC3E}">
        <p14:creationId xmlns:p14="http://schemas.microsoft.com/office/powerpoint/2010/main" val="163000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120C3B-4AD3-C552-9E92-8164AAA372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73874C-E680-D6A9-3D71-A575A3CEFE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9D5095-ED2F-2739-60E4-D0A0BFD0C8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04D920-70EE-4829-A2A8-A672BEE1C487}" type="datetimeFigureOut">
              <a:rPr lang="en-IN" smtClean="0"/>
              <a:t>28-08-2026</a:t>
            </a:fld>
            <a:endParaRPr lang="en-IN"/>
          </a:p>
        </p:txBody>
      </p:sp>
      <p:sp>
        <p:nvSpPr>
          <p:cNvPr id="5" name="Footer Placeholder 4">
            <a:extLst>
              <a:ext uri="{FF2B5EF4-FFF2-40B4-BE49-F238E27FC236}">
                <a16:creationId xmlns:a16="http://schemas.microsoft.com/office/drawing/2014/main" id="{F64A4C6C-4F11-E438-D6F1-B0534A8EF5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FA4B329-89AD-7CBC-CA83-FEE30D954F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8A7656-CD08-43A6-A780-D78914EE5D2B}" type="slidenum">
              <a:rPr lang="en-IN" smtClean="0"/>
              <a:t>‹#›</a:t>
            </a:fld>
            <a:endParaRPr lang="en-IN"/>
          </a:p>
        </p:txBody>
      </p:sp>
    </p:spTree>
    <p:extLst>
      <p:ext uri="{BB962C8B-B14F-4D97-AF65-F5344CB8AC3E}">
        <p14:creationId xmlns:p14="http://schemas.microsoft.com/office/powerpoint/2010/main" val="63687777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comments" Target="../comments/comment1.xml"/><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9DE13"/>
            </a:gs>
            <a:gs pos="100000">
              <a:srgbClr val="C68628"/>
            </a:gs>
          </a:gsLst>
          <a:lin ang="5400000" scaled="1"/>
        </a:gradFill>
        <a:effectLst/>
      </p:bgPr>
    </p:bg>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6FDAD24B-775B-97C3-5EEA-40758EDC766E}"/>
              </a:ext>
            </a:extLst>
          </p:cNvPr>
          <p:cNvGrpSpPr/>
          <p:nvPr/>
        </p:nvGrpSpPr>
        <p:grpSpPr>
          <a:xfrm>
            <a:off x="4621418" y="-1851923"/>
            <a:ext cx="9762925" cy="13403844"/>
            <a:chOff x="4348083" y="-404614"/>
            <a:chExt cx="8567372" cy="11762430"/>
          </a:xfrm>
          <a:blipFill>
            <a:blip r:embed="rId2"/>
            <a:stretch>
              <a:fillRect/>
            </a:stretch>
          </a:blipFill>
          <a:effectLst>
            <a:outerShdw blurRad="152400" dist="50800" dir="16860000" algn="ctr" rotWithShape="0">
              <a:srgbClr val="000000">
                <a:alpha val="41000"/>
              </a:srgbClr>
            </a:outerShdw>
          </a:effectLst>
        </p:grpSpPr>
        <p:sp>
          <p:nvSpPr>
            <p:cNvPr id="13" name="Hexagon 12">
              <a:extLst>
                <a:ext uri="{FF2B5EF4-FFF2-40B4-BE49-F238E27FC236}">
                  <a16:creationId xmlns:a16="http://schemas.microsoft.com/office/drawing/2014/main" id="{0E88C7D4-2B4B-0974-09A0-AD48AAB9531B}"/>
                </a:ext>
              </a:extLst>
            </p:cNvPr>
            <p:cNvSpPr/>
            <p:nvPr/>
          </p:nvSpPr>
          <p:spPr>
            <a:xfrm rot="16200000">
              <a:off x="7876084" y="2009408"/>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Hexagon 13">
              <a:extLst>
                <a:ext uri="{FF2B5EF4-FFF2-40B4-BE49-F238E27FC236}">
                  <a16:creationId xmlns:a16="http://schemas.microsoft.com/office/drawing/2014/main" id="{DB7FFE35-C4D2-4071-56F8-517C0DA122DD}"/>
                </a:ext>
              </a:extLst>
            </p:cNvPr>
            <p:cNvSpPr/>
            <p:nvPr/>
          </p:nvSpPr>
          <p:spPr>
            <a:xfrm rot="16200000">
              <a:off x="5400770" y="200940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Hexagon 16">
              <a:extLst>
                <a:ext uri="{FF2B5EF4-FFF2-40B4-BE49-F238E27FC236}">
                  <a16:creationId xmlns:a16="http://schemas.microsoft.com/office/drawing/2014/main" id="{0308F5C4-722C-0E38-7733-A20A53DDDFD5}"/>
                </a:ext>
              </a:extLst>
            </p:cNvPr>
            <p:cNvSpPr/>
            <p:nvPr/>
          </p:nvSpPr>
          <p:spPr>
            <a:xfrm rot="16200000">
              <a:off x="10360038" y="200940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Hexagon 17">
              <a:extLst>
                <a:ext uri="{FF2B5EF4-FFF2-40B4-BE49-F238E27FC236}">
                  <a16:creationId xmlns:a16="http://schemas.microsoft.com/office/drawing/2014/main" id="{EF30263C-1DB5-BC61-4E6E-6B6971B1E1E2}"/>
                </a:ext>
              </a:extLst>
            </p:cNvPr>
            <p:cNvSpPr/>
            <p:nvPr/>
          </p:nvSpPr>
          <p:spPr>
            <a:xfrm rot="16200000">
              <a:off x="9082713" y="423413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Hexagon 18">
              <a:extLst>
                <a:ext uri="{FF2B5EF4-FFF2-40B4-BE49-F238E27FC236}">
                  <a16:creationId xmlns:a16="http://schemas.microsoft.com/office/drawing/2014/main" id="{E97BE207-5EE3-7F89-2FEF-078648EAB303}"/>
                </a:ext>
              </a:extLst>
            </p:cNvPr>
            <p:cNvSpPr/>
            <p:nvPr/>
          </p:nvSpPr>
          <p:spPr>
            <a:xfrm rot="16200000">
              <a:off x="6622324" y="4234135"/>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Hexagon 19">
              <a:extLst>
                <a:ext uri="{FF2B5EF4-FFF2-40B4-BE49-F238E27FC236}">
                  <a16:creationId xmlns:a16="http://schemas.microsoft.com/office/drawing/2014/main" id="{7940BC6F-E614-7CE0-309F-96A30EDFC69D}"/>
                </a:ext>
              </a:extLst>
            </p:cNvPr>
            <p:cNvSpPr/>
            <p:nvPr/>
          </p:nvSpPr>
          <p:spPr>
            <a:xfrm rot="16200000">
              <a:off x="4158793" y="4234136"/>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Hexagon 20">
              <a:extLst>
                <a:ext uri="{FF2B5EF4-FFF2-40B4-BE49-F238E27FC236}">
                  <a16:creationId xmlns:a16="http://schemas.microsoft.com/office/drawing/2014/main" id="{A4212964-88FC-68BB-753E-BD727C8E0E0C}"/>
                </a:ext>
              </a:extLst>
            </p:cNvPr>
            <p:cNvSpPr/>
            <p:nvPr/>
          </p:nvSpPr>
          <p:spPr>
            <a:xfrm rot="16200000">
              <a:off x="9118061" y="-21532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Hexagon 21">
              <a:extLst>
                <a:ext uri="{FF2B5EF4-FFF2-40B4-BE49-F238E27FC236}">
                  <a16:creationId xmlns:a16="http://schemas.microsoft.com/office/drawing/2014/main" id="{73ABFE17-1A6A-AF6D-B12D-8B94824A3B57}"/>
                </a:ext>
              </a:extLst>
            </p:cNvPr>
            <p:cNvSpPr/>
            <p:nvPr/>
          </p:nvSpPr>
          <p:spPr>
            <a:xfrm rot="16200000">
              <a:off x="6657673" y="-215323"/>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Hexagon 22">
              <a:extLst>
                <a:ext uri="{FF2B5EF4-FFF2-40B4-BE49-F238E27FC236}">
                  <a16:creationId xmlns:a16="http://schemas.microsoft.com/office/drawing/2014/main" id="{FA9BB722-53F7-A008-B388-70E0C7192776}"/>
                </a:ext>
              </a:extLst>
            </p:cNvPr>
            <p:cNvSpPr/>
            <p:nvPr/>
          </p:nvSpPr>
          <p:spPr>
            <a:xfrm rot="16200000">
              <a:off x="10360038" y="651157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Hexagon 23">
              <a:extLst>
                <a:ext uri="{FF2B5EF4-FFF2-40B4-BE49-F238E27FC236}">
                  <a16:creationId xmlns:a16="http://schemas.microsoft.com/office/drawing/2014/main" id="{BCC81B08-9825-0EEB-E1DD-E6168809048D}"/>
                </a:ext>
              </a:extLst>
            </p:cNvPr>
            <p:cNvSpPr/>
            <p:nvPr/>
          </p:nvSpPr>
          <p:spPr>
            <a:xfrm rot="16200000">
              <a:off x="5368565"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Hexagon 24">
              <a:extLst>
                <a:ext uri="{FF2B5EF4-FFF2-40B4-BE49-F238E27FC236}">
                  <a16:creationId xmlns:a16="http://schemas.microsoft.com/office/drawing/2014/main" id="{9D213B9C-7999-2725-A9C3-30D7CB156E08}"/>
                </a:ext>
              </a:extLst>
            </p:cNvPr>
            <p:cNvSpPr/>
            <p:nvPr/>
          </p:nvSpPr>
          <p:spPr>
            <a:xfrm rot="16200000">
              <a:off x="7864301"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Hexagon 25">
              <a:extLst>
                <a:ext uri="{FF2B5EF4-FFF2-40B4-BE49-F238E27FC236}">
                  <a16:creationId xmlns:a16="http://schemas.microsoft.com/office/drawing/2014/main" id="{C69A0DC7-EADD-1298-0B38-2FEFF5526F92}"/>
                </a:ext>
              </a:extLst>
            </p:cNvPr>
            <p:cNvSpPr/>
            <p:nvPr/>
          </p:nvSpPr>
          <p:spPr>
            <a:xfrm rot="16200000">
              <a:off x="6610542"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Hexagon 26">
              <a:extLst>
                <a:ext uri="{FF2B5EF4-FFF2-40B4-BE49-F238E27FC236}">
                  <a16:creationId xmlns:a16="http://schemas.microsoft.com/office/drawing/2014/main" id="{DE076612-B8A9-0FF7-CA5F-3AE4946F2C10}"/>
                </a:ext>
              </a:extLst>
            </p:cNvPr>
            <p:cNvSpPr/>
            <p:nvPr/>
          </p:nvSpPr>
          <p:spPr>
            <a:xfrm rot="16200000">
              <a:off x="9176974"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9" name="TextBox 48">
            <a:extLst>
              <a:ext uri="{FF2B5EF4-FFF2-40B4-BE49-F238E27FC236}">
                <a16:creationId xmlns:a16="http://schemas.microsoft.com/office/drawing/2014/main" id="{0726F976-1016-83CB-1F3A-9A8B0AB409B8}"/>
              </a:ext>
            </a:extLst>
          </p:cNvPr>
          <p:cNvSpPr txBox="1"/>
          <p:nvPr/>
        </p:nvSpPr>
        <p:spPr>
          <a:xfrm>
            <a:off x="132451" y="1611080"/>
            <a:ext cx="5793262" cy="2400657"/>
          </a:xfrm>
          <a:prstGeom prst="rect">
            <a:avLst/>
          </a:prstGeom>
          <a:noFill/>
        </p:spPr>
        <p:txBody>
          <a:bodyPr wrap="square" rtlCol="0">
            <a:spAutoFit/>
          </a:bodyPr>
          <a:lstStyle/>
          <a:p>
            <a:r>
              <a:rPr lang="en-US" sz="5000" dirty="0">
                <a:solidFill>
                  <a:schemeClr val="bg1"/>
                </a:solidFill>
                <a:latin typeface="Arial Black" panose="020B0A04020102020204" pitchFamily="34" charset="0"/>
              </a:rPr>
              <a:t>SMART WASTE MAPPING SYSTEM</a:t>
            </a:r>
            <a:endParaRPr lang="en-IN" sz="5000" dirty="0">
              <a:solidFill>
                <a:schemeClr val="bg1"/>
              </a:solidFill>
              <a:latin typeface="Arial Black" panose="020B0A04020102020204" pitchFamily="34" charset="0"/>
            </a:endParaRPr>
          </a:p>
        </p:txBody>
      </p:sp>
      <p:grpSp>
        <p:nvGrpSpPr>
          <p:cNvPr id="56" name="Group 55">
            <a:extLst>
              <a:ext uri="{FF2B5EF4-FFF2-40B4-BE49-F238E27FC236}">
                <a16:creationId xmlns:a16="http://schemas.microsoft.com/office/drawing/2014/main" id="{FF224342-2165-76C2-21F7-D83A65F732DD}"/>
              </a:ext>
            </a:extLst>
          </p:cNvPr>
          <p:cNvGrpSpPr/>
          <p:nvPr/>
        </p:nvGrpSpPr>
        <p:grpSpPr>
          <a:xfrm>
            <a:off x="-105087" y="-678834"/>
            <a:ext cx="4180653" cy="7432406"/>
            <a:chOff x="-105087" y="-678834"/>
            <a:chExt cx="4180653" cy="7432406"/>
          </a:xfrm>
        </p:grpSpPr>
        <p:sp>
          <p:nvSpPr>
            <p:cNvPr id="51" name="Hexagon 50">
              <a:extLst>
                <a:ext uri="{FF2B5EF4-FFF2-40B4-BE49-F238E27FC236}">
                  <a16:creationId xmlns:a16="http://schemas.microsoft.com/office/drawing/2014/main" id="{35C6FF1C-57D6-CE2D-5CF6-7087EED4D488}"/>
                </a:ext>
              </a:extLst>
            </p:cNvPr>
            <p:cNvSpPr/>
            <p:nvPr/>
          </p:nvSpPr>
          <p:spPr>
            <a:xfrm rot="16200000">
              <a:off x="-232612" y="-551309"/>
              <a:ext cx="1849120" cy="1594069"/>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Hexagon 51">
              <a:extLst>
                <a:ext uri="{FF2B5EF4-FFF2-40B4-BE49-F238E27FC236}">
                  <a16:creationId xmlns:a16="http://schemas.microsoft.com/office/drawing/2014/main" id="{5A02CC76-22F9-2940-8D6B-DA76FA82ABE7}"/>
                </a:ext>
              </a:extLst>
            </p:cNvPr>
            <p:cNvSpPr/>
            <p:nvPr/>
          </p:nvSpPr>
          <p:spPr>
            <a:xfrm rot="16200000">
              <a:off x="1442020" y="-551309"/>
              <a:ext cx="1849120" cy="1594069"/>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3" name="Hexagon 52">
              <a:extLst>
                <a:ext uri="{FF2B5EF4-FFF2-40B4-BE49-F238E27FC236}">
                  <a16:creationId xmlns:a16="http://schemas.microsoft.com/office/drawing/2014/main" id="{A35B49B6-4E05-804F-C7F2-AE86348F0404}"/>
                </a:ext>
              </a:extLst>
            </p:cNvPr>
            <p:cNvSpPr/>
            <p:nvPr/>
          </p:nvSpPr>
          <p:spPr>
            <a:xfrm rot="16200000">
              <a:off x="3316950" y="5994956"/>
              <a:ext cx="814810" cy="702422"/>
            </a:xfrm>
            <a:prstGeom prst="hexagon">
              <a:avLst/>
            </a:prstGeom>
            <a:no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5" name="Hexagon 64">
              <a:extLst>
                <a:ext uri="{FF2B5EF4-FFF2-40B4-BE49-F238E27FC236}">
                  <a16:creationId xmlns:a16="http://schemas.microsoft.com/office/drawing/2014/main" id="{2055190B-0AE6-23CE-00DB-88797484043B}"/>
                </a:ext>
              </a:extLst>
            </p:cNvPr>
            <p:cNvSpPr/>
            <p:nvPr/>
          </p:nvSpPr>
          <p:spPr>
            <a:xfrm rot="16200000">
              <a:off x="1122425" y="924589"/>
              <a:ext cx="814810" cy="702422"/>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4" name="Hexagon 53">
            <a:extLst>
              <a:ext uri="{FF2B5EF4-FFF2-40B4-BE49-F238E27FC236}">
                <a16:creationId xmlns:a16="http://schemas.microsoft.com/office/drawing/2014/main" id="{43FBFC1B-DD38-BC86-BF59-71EB8A3D5115}"/>
              </a:ext>
            </a:extLst>
          </p:cNvPr>
          <p:cNvSpPr/>
          <p:nvPr/>
        </p:nvSpPr>
        <p:spPr>
          <a:xfrm rot="16200000">
            <a:off x="3116653" y="127526"/>
            <a:ext cx="1849120" cy="1594069"/>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1" name="Group 60">
            <a:extLst>
              <a:ext uri="{FF2B5EF4-FFF2-40B4-BE49-F238E27FC236}">
                <a16:creationId xmlns:a16="http://schemas.microsoft.com/office/drawing/2014/main" id="{BD2E7EDA-CF45-A49D-E461-0F3175933D79}"/>
              </a:ext>
            </a:extLst>
          </p:cNvPr>
          <p:cNvGrpSpPr/>
          <p:nvPr/>
        </p:nvGrpSpPr>
        <p:grpSpPr>
          <a:xfrm rot="10800000">
            <a:off x="-145368" y="5030623"/>
            <a:ext cx="3268701" cy="2362039"/>
            <a:chOff x="-105087" y="-678834"/>
            <a:chExt cx="3268701" cy="2362039"/>
          </a:xfrm>
          <a:noFill/>
        </p:grpSpPr>
        <p:sp>
          <p:nvSpPr>
            <p:cNvPr id="62" name="Hexagon 61">
              <a:extLst>
                <a:ext uri="{FF2B5EF4-FFF2-40B4-BE49-F238E27FC236}">
                  <a16:creationId xmlns:a16="http://schemas.microsoft.com/office/drawing/2014/main" id="{59C0D138-9C57-5C50-D0A4-D96A95AA47D2}"/>
                </a:ext>
              </a:extLst>
            </p:cNvPr>
            <p:cNvSpPr/>
            <p:nvPr/>
          </p:nvSpPr>
          <p:spPr>
            <a:xfrm rot="16200000">
              <a:off x="-232612" y="-551309"/>
              <a:ext cx="1849120" cy="1594069"/>
            </a:xfrm>
            <a:prstGeom prst="hexagon">
              <a:avLst/>
            </a:prstGeom>
            <a:grp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Hexagon 62">
              <a:extLst>
                <a:ext uri="{FF2B5EF4-FFF2-40B4-BE49-F238E27FC236}">
                  <a16:creationId xmlns:a16="http://schemas.microsoft.com/office/drawing/2014/main" id="{D11B781E-ACD5-1CFF-483E-D860DD469B3B}"/>
                </a:ext>
              </a:extLst>
            </p:cNvPr>
            <p:cNvSpPr/>
            <p:nvPr/>
          </p:nvSpPr>
          <p:spPr>
            <a:xfrm rot="16200000">
              <a:off x="1442020" y="-551309"/>
              <a:ext cx="1849120" cy="1594069"/>
            </a:xfrm>
            <a:prstGeom prst="hexagon">
              <a:avLst/>
            </a:prstGeom>
            <a:grp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Hexagon 63">
              <a:extLst>
                <a:ext uri="{FF2B5EF4-FFF2-40B4-BE49-F238E27FC236}">
                  <a16:creationId xmlns:a16="http://schemas.microsoft.com/office/drawing/2014/main" id="{DE545A06-FE17-BBA1-5CB6-0C7B138A8113}"/>
                </a:ext>
              </a:extLst>
            </p:cNvPr>
            <p:cNvSpPr/>
            <p:nvPr/>
          </p:nvSpPr>
          <p:spPr>
            <a:xfrm rot="16200000">
              <a:off x="1110429" y="924589"/>
              <a:ext cx="814810" cy="702422"/>
            </a:xfrm>
            <a:prstGeom prst="hexagon">
              <a:avLst/>
            </a:prstGeom>
            <a:grp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70" name="Graphic 50" descr="Gears">
            <a:extLst>
              <a:ext uri="{FF2B5EF4-FFF2-40B4-BE49-F238E27FC236}">
                <a16:creationId xmlns:a16="http://schemas.microsoft.com/office/drawing/2014/main" id="{B60F827E-07E2-D8C6-FDB9-404FCDCF006F}"/>
              </a:ext>
            </a:extLst>
          </p:cNvPr>
          <p:cNvGrpSpPr/>
          <p:nvPr/>
        </p:nvGrpSpPr>
        <p:grpSpPr>
          <a:xfrm>
            <a:off x="3304380" y="3033036"/>
            <a:ext cx="621029" cy="751522"/>
            <a:chOff x="4532840" y="3978068"/>
            <a:chExt cx="621029" cy="751522"/>
          </a:xfrm>
          <a:solidFill>
            <a:srgbClr val="000000"/>
          </a:solidFill>
        </p:grpSpPr>
        <p:sp>
          <p:nvSpPr>
            <p:cNvPr id="71" name="Freeform: Shape 70">
              <a:extLst>
                <a:ext uri="{FF2B5EF4-FFF2-40B4-BE49-F238E27FC236}">
                  <a16:creationId xmlns:a16="http://schemas.microsoft.com/office/drawing/2014/main" id="{65DBFBF9-1054-E655-CF94-817F09DCD638}"/>
                </a:ext>
              </a:extLst>
            </p:cNvPr>
            <p:cNvSpPr/>
            <p:nvPr/>
          </p:nvSpPr>
          <p:spPr>
            <a:xfrm>
              <a:off x="4748106" y="3978068"/>
              <a:ext cx="405764" cy="404812"/>
            </a:xfrm>
            <a:custGeom>
              <a:avLst/>
              <a:gdLst>
                <a:gd name="csX0" fmla="*/ 202883 w 405764"/>
                <a:gd name="csY0" fmla="*/ 274320 h 404812"/>
                <a:gd name="csX1" fmla="*/ 131445 w 405764"/>
                <a:gd name="csY1" fmla="*/ 202883 h 404812"/>
                <a:gd name="csX2" fmla="*/ 202883 w 405764"/>
                <a:gd name="csY2" fmla="*/ 131445 h 404812"/>
                <a:gd name="csX3" fmla="*/ 274320 w 405764"/>
                <a:gd name="csY3" fmla="*/ 202883 h 404812"/>
                <a:gd name="csX4" fmla="*/ 202883 w 405764"/>
                <a:gd name="csY4" fmla="*/ 274320 h 404812"/>
                <a:gd name="csX5" fmla="*/ 363855 w 405764"/>
                <a:gd name="csY5" fmla="*/ 158115 h 404812"/>
                <a:gd name="csX6" fmla="*/ 348615 w 405764"/>
                <a:gd name="csY6" fmla="*/ 120968 h 404812"/>
                <a:gd name="csX7" fmla="*/ 363855 w 405764"/>
                <a:gd name="csY7" fmla="*/ 76200 h 404812"/>
                <a:gd name="csX8" fmla="*/ 329565 w 405764"/>
                <a:gd name="csY8" fmla="*/ 41910 h 404812"/>
                <a:gd name="csX9" fmla="*/ 284798 w 405764"/>
                <a:gd name="csY9" fmla="*/ 57150 h 404812"/>
                <a:gd name="csX10" fmla="*/ 247650 w 405764"/>
                <a:gd name="csY10" fmla="*/ 41910 h 404812"/>
                <a:gd name="csX11" fmla="*/ 226695 w 405764"/>
                <a:gd name="csY11" fmla="*/ 0 h 404812"/>
                <a:gd name="csX12" fmla="*/ 179070 w 405764"/>
                <a:gd name="csY12" fmla="*/ 0 h 404812"/>
                <a:gd name="csX13" fmla="*/ 158115 w 405764"/>
                <a:gd name="csY13" fmla="*/ 41910 h 404812"/>
                <a:gd name="csX14" fmla="*/ 120968 w 405764"/>
                <a:gd name="csY14" fmla="*/ 57150 h 404812"/>
                <a:gd name="csX15" fmla="*/ 76200 w 405764"/>
                <a:gd name="csY15" fmla="*/ 41910 h 404812"/>
                <a:gd name="csX16" fmla="*/ 41910 w 405764"/>
                <a:gd name="csY16" fmla="*/ 76200 h 404812"/>
                <a:gd name="csX17" fmla="*/ 57150 w 405764"/>
                <a:gd name="csY17" fmla="*/ 120968 h 404812"/>
                <a:gd name="csX18" fmla="*/ 41910 w 405764"/>
                <a:gd name="csY18" fmla="*/ 158115 h 404812"/>
                <a:gd name="csX19" fmla="*/ 0 w 405764"/>
                <a:gd name="csY19" fmla="*/ 179070 h 404812"/>
                <a:gd name="csX20" fmla="*/ 0 w 405764"/>
                <a:gd name="csY20" fmla="*/ 226695 h 404812"/>
                <a:gd name="csX21" fmla="*/ 41910 w 405764"/>
                <a:gd name="csY21" fmla="*/ 247650 h 404812"/>
                <a:gd name="csX22" fmla="*/ 57150 w 405764"/>
                <a:gd name="csY22" fmla="*/ 284798 h 404812"/>
                <a:gd name="csX23" fmla="*/ 41910 w 405764"/>
                <a:gd name="csY23" fmla="*/ 329565 h 404812"/>
                <a:gd name="csX24" fmla="*/ 75248 w 405764"/>
                <a:gd name="csY24" fmla="*/ 362903 h 404812"/>
                <a:gd name="csX25" fmla="*/ 120015 w 405764"/>
                <a:gd name="csY25" fmla="*/ 347663 h 404812"/>
                <a:gd name="csX26" fmla="*/ 157163 w 405764"/>
                <a:gd name="csY26" fmla="*/ 362903 h 404812"/>
                <a:gd name="csX27" fmla="*/ 178118 w 405764"/>
                <a:gd name="csY27" fmla="*/ 404813 h 404812"/>
                <a:gd name="csX28" fmla="*/ 225743 w 405764"/>
                <a:gd name="csY28" fmla="*/ 404813 h 404812"/>
                <a:gd name="csX29" fmla="*/ 246698 w 405764"/>
                <a:gd name="csY29" fmla="*/ 362903 h 404812"/>
                <a:gd name="csX30" fmla="*/ 283845 w 405764"/>
                <a:gd name="csY30" fmla="*/ 347663 h 404812"/>
                <a:gd name="csX31" fmla="*/ 328613 w 405764"/>
                <a:gd name="csY31" fmla="*/ 362903 h 404812"/>
                <a:gd name="csX32" fmla="*/ 362903 w 405764"/>
                <a:gd name="csY32" fmla="*/ 329565 h 404812"/>
                <a:gd name="csX33" fmla="*/ 347663 w 405764"/>
                <a:gd name="csY33" fmla="*/ 284798 h 404812"/>
                <a:gd name="csX34" fmla="*/ 363855 w 405764"/>
                <a:gd name="csY34" fmla="*/ 247650 h 404812"/>
                <a:gd name="csX35" fmla="*/ 405765 w 405764"/>
                <a:gd name="csY35" fmla="*/ 226695 h 404812"/>
                <a:gd name="csX36" fmla="*/ 405765 w 405764"/>
                <a:gd name="csY36" fmla="*/ 179070 h 404812"/>
                <a:gd name="csX37" fmla="*/ 363855 w 405764"/>
                <a:gd name="csY37" fmla="*/ 158115 h 404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rgbClr val="000000"/>
            </a:solidFill>
            <a:ln w="9525" cap="flat">
              <a:noFill/>
              <a:prstDash val="solid"/>
              <a:miter/>
            </a:ln>
          </p:spPr>
          <p:txBody>
            <a:bodyPr/>
            <a:lstStyle/>
            <a:p>
              <a:endParaRPr lang="en-IN"/>
            </a:p>
          </p:txBody>
        </p:sp>
        <p:sp>
          <p:nvSpPr>
            <p:cNvPr id="72" name="Freeform: Shape 71">
              <a:extLst>
                <a:ext uri="{FF2B5EF4-FFF2-40B4-BE49-F238E27FC236}">
                  <a16:creationId xmlns:a16="http://schemas.microsoft.com/office/drawing/2014/main" id="{7D7135D6-2D91-1454-EBE2-618A2B0C4025}"/>
                </a:ext>
              </a:extLst>
            </p:cNvPr>
            <p:cNvSpPr/>
            <p:nvPr/>
          </p:nvSpPr>
          <p:spPr>
            <a:xfrm>
              <a:off x="4532840" y="4324778"/>
              <a:ext cx="405765" cy="404812"/>
            </a:xfrm>
            <a:custGeom>
              <a:avLst/>
              <a:gdLst>
                <a:gd name="csX0" fmla="*/ 202883 w 405765"/>
                <a:gd name="csY0" fmla="*/ 274320 h 404812"/>
                <a:gd name="csX1" fmla="*/ 131445 w 405765"/>
                <a:gd name="csY1" fmla="*/ 202882 h 404812"/>
                <a:gd name="csX2" fmla="*/ 202883 w 405765"/>
                <a:gd name="csY2" fmla="*/ 131445 h 404812"/>
                <a:gd name="csX3" fmla="*/ 274320 w 405765"/>
                <a:gd name="csY3" fmla="*/ 202882 h 404812"/>
                <a:gd name="csX4" fmla="*/ 202883 w 405765"/>
                <a:gd name="csY4" fmla="*/ 274320 h 404812"/>
                <a:gd name="csX5" fmla="*/ 202883 w 405765"/>
                <a:gd name="csY5" fmla="*/ 274320 h 404812"/>
                <a:gd name="csX6" fmla="*/ 348615 w 405765"/>
                <a:gd name="csY6" fmla="*/ 120967 h 404812"/>
                <a:gd name="csX7" fmla="*/ 363855 w 405765"/>
                <a:gd name="csY7" fmla="*/ 76200 h 404812"/>
                <a:gd name="csX8" fmla="*/ 329565 w 405765"/>
                <a:gd name="csY8" fmla="*/ 41910 h 404812"/>
                <a:gd name="csX9" fmla="*/ 284798 w 405765"/>
                <a:gd name="csY9" fmla="*/ 57150 h 404812"/>
                <a:gd name="csX10" fmla="*/ 247650 w 405765"/>
                <a:gd name="csY10" fmla="*/ 41910 h 404812"/>
                <a:gd name="csX11" fmla="*/ 226695 w 405765"/>
                <a:gd name="csY11" fmla="*/ 0 h 404812"/>
                <a:gd name="csX12" fmla="*/ 179070 w 405765"/>
                <a:gd name="csY12" fmla="*/ 0 h 404812"/>
                <a:gd name="csX13" fmla="*/ 158115 w 405765"/>
                <a:gd name="csY13" fmla="*/ 41910 h 404812"/>
                <a:gd name="csX14" fmla="*/ 120968 w 405765"/>
                <a:gd name="csY14" fmla="*/ 57150 h 404812"/>
                <a:gd name="csX15" fmla="*/ 76200 w 405765"/>
                <a:gd name="csY15" fmla="*/ 41910 h 404812"/>
                <a:gd name="csX16" fmla="*/ 42863 w 405765"/>
                <a:gd name="csY16" fmla="*/ 75247 h 404812"/>
                <a:gd name="csX17" fmla="*/ 57150 w 405765"/>
                <a:gd name="csY17" fmla="*/ 120015 h 404812"/>
                <a:gd name="csX18" fmla="*/ 41910 w 405765"/>
                <a:gd name="csY18" fmla="*/ 157163 h 404812"/>
                <a:gd name="csX19" fmla="*/ 0 w 405765"/>
                <a:gd name="csY19" fmla="*/ 178117 h 404812"/>
                <a:gd name="csX20" fmla="*/ 0 w 405765"/>
                <a:gd name="csY20" fmla="*/ 225742 h 404812"/>
                <a:gd name="csX21" fmla="*/ 41910 w 405765"/>
                <a:gd name="csY21" fmla="*/ 246698 h 404812"/>
                <a:gd name="csX22" fmla="*/ 57150 w 405765"/>
                <a:gd name="csY22" fmla="*/ 283845 h 404812"/>
                <a:gd name="csX23" fmla="*/ 42863 w 405765"/>
                <a:gd name="csY23" fmla="*/ 328613 h 404812"/>
                <a:gd name="csX24" fmla="*/ 76200 w 405765"/>
                <a:gd name="csY24" fmla="*/ 361950 h 404812"/>
                <a:gd name="csX25" fmla="*/ 120968 w 405765"/>
                <a:gd name="csY25" fmla="*/ 347663 h 404812"/>
                <a:gd name="csX26" fmla="*/ 158115 w 405765"/>
                <a:gd name="csY26" fmla="*/ 362903 h 404812"/>
                <a:gd name="csX27" fmla="*/ 179070 w 405765"/>
                <a:gd name="csY27" fmla="*/ 404813 h 404812"/>
                <a:gd name="csX28" fmla="*/ 226695 w 405765"/>
                <a:gd name="csY28" fmla="*/ 404813 h 404812"/>
                <a:gd name="csX29" fmla="*/ 247650 w 405765"/>
                <a:gd name="csY29" fmla="*/ 362903 h 404812"/>
                <a:gd name="csX30" fmla="*/ 284798 w 405765"/>
                <a:gd name="csY30" fmla="*/ 347663 h 404812"/>
                <a:gd name="csX31" fmla="*/ 329565 w 405765"/>
                <a:gd name="csY31" fmla="*/ 362903 h 404812"/>
                <a:gd name="csX32" fmla="*/ 362903 w 405765"/>
                <a:gd name="csY32" fmla="*/ 328613 h 404812"/>
                <a:gd name="csX33" fmla="*/ 348615 w 405765"/>
                <a:gd name="csY33" fmla="*/ 284798 h 404812"/>
                <a:gd name="csX34" fmla="*/ 363855 w 405765"/>
                <a:gd name="csY34" fmla="*/ 247650 h 404812"/>
                <a:gd name="csX35" fmla="*/ 405765 w 405765"/>
                <a:gd name="csY35" fmla="*/ 226695 h 404812"/>
                <a:gd name="csX36" fmla="*/ 405765 w 405765"/>
                <a:gd name="csY36" fmla="*/ 179070 h 404812"/>
                <a:gd name="csX37" fmla="*/ 363855 w 405765"/>
                <a:gd name="csY37" fmla="*/ 158115 h 404812"/>
                <a:gd name="csX38" fmla="*/ 348615 w 405765"/>
                <a:gd name="csY38" fmla="*/ 120967 h 404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rgbClr val="000000"/>
            </a:solidFill>
            <a:ln w="9525" cap="flat">
              <a:noFill/>
              <a:prstDash val="solid"/>
              <a:miter/>
            </a:ln>
          </p:spPr>
          <p:txBody>
            <a:bodyPr/>
            <a:lstStyle/>
            <a:p>
              <a:endParaRPr lang="en-IN"/>
            </a:p>
          </p:txBody>
        </p:sp>
      </p:grpSp>
    </p:spTree>
    <p:extLst>
      <p:ext uri="{BB962C8B-B14F-4D97-AF65-F5344CB8AC3E}">
        <p14:creationId xmlns:p14="http://schemas.microsoft.com/office/powerpoint/2010/main" val="109777234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C68628"/>
            </a:gs>
            <a:gs pos="100000">
              <a:srgbClr val="DCBE3C"/>
            </a:gs>
          </a:gsLst>
          <a:lin ang="5400000" scaled="1"/>
        </a:gradFill>
        <a:effectLst/>
      </p:bgPr>
    </p:bg>
    <p:spTree>
      <p:nvGrpSpPr>
        <p:cNvPr id="1" name=""/>
        <p:cNvGrpSpPr/>
        <p:nvPr/>
      </p:nvGrpSpPr>
      <p:grpSpPr>
        <a:xfrm>
          <a:off x="0" y="0"/>
          <a:ext cx="0" cy="0"/>
          <a:chOff x="0" y="0"/>
          <a:chExt cx="0" cy="0"/>
        </a:xfrm>
      </p:grpSpPr>
      <p:pic>
        <p:nvPicPr>
          <p:cNvPr id="82" name="Picture 81">
            <a:extLst>
              <a:ext uri="{FF2B5EF4-FFF2-40B4-BE49-F238E27FC236}">
                <a16:creationId xmlns:a16="http://schemas.microsoft.com/office/drawing/2014/main" id="{15D95F43-1AEF-92E2-11A2-E9A1ABE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grpSp>
        <p:nvGrpSpPr>
          <p:cNvPr id="16" name="Group 15">
            <a:extLst>
              <a:ext uri="{FF2B5EF4-FFF2-40B4-BE49-F238E27FC236}">
                <a16:creationId xmlns:a16="http://schemas.microsoft.com/office/drawing/2014/main" id="{F1806CF7-142E-9290-E9A0-4F5A13CA822D}"/>
              </a:ext>
            </a:extLst>
          </p:cNvPr>
          <p:cNvGrpSpPr/>
          <p:nvPr/>
        </p:nvGrpSpPr>
        <p:grpSpPr>
          <a:xfrm>
            <a:off x="6096000" y="-9167065"/>
            <a:ext cx="9762925" cy="13403844"/>
            <a:chOff x="4348083" y="-404614"/>
            <a:chExt cx="8567372" cy="11762430"/>
          </a:xfrm>
          <a:blipFill>
            <a:blip r:embed="rId3"/>
            <a:stretch>
              <a:fillRect/>
            </a:stretch>
          </a:blipFill>
          <a:effectLst>
            <a:outerShdw blurRad="152400" dist="50800" dir="16860000" algn="ctr" rotWithShape="0">
              <a:srgbClr val="000000">
                <a:alpha val="41000"/>
              </a:srgbClr>
            </a:outerShdw>
          </a:effectLst>
        </p:grpSpPr>
        <p:sp>
          <p:nvSpPr>
            <p:cNvPr id="17" name="Hexagon 16">
              <a:extLst>
                <a:ext uri="{FF2B5EF4-FFF2-40B4-BE49-F238E27FC236}">
                  <a16:creationId xmlns:a16="http://schemas.microsoft.com/office/drawing/2014/main" id="{6DBD8B0A-C6FD-D5BE-BFD4-B395A5C83C04}"/>
                </a:ext>
              </a:extLst>
            </p:cNvPr>
            <p:cNvSpPr/>
            <p:nvPr/>
          </p:nvSpPr>
          <p:spPr>
            <a:xfrm rot="16200000">
              <a:off x="7876084" y="2009408"/>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Hexagon 17">
              <a:extLst>
                <a:ext uri="{FF2B5EF4-FFF2-40B4-BE49-F238E27FC236}">
                  <a16:creationId xmlns:a16="http://schemas.microsoft.com/office/drawing/2014/main" id="{E678FEED-EF8D-86FD-F2BD-BE05FAD96192}"/>
                </a:ext>
              </a:extLst>
            </p:cNvPr>
            <p:cNvSpPr/>
            <p:nvPr/>
          </p:nvSpPr>
          <p:spPr>
            <a:xfrm rot="16200000">
              <a:off x="5400770" y="200940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Hexagon 18">
              <a:extLst>
                <a:ext uri="{FF2B5EF4-FFF2-40B4-BE49-F238E27FC236}">
                  <a16:creationId xmlns:a16="http://schemas.microsoft.com/office/drawing/2014/main" id="{876F4C13-1157-C737-F0D9-C30B48A84002}"/>
                </a:ext>
              </a:extLst>
            </p:cNvPr>
            <p:cNvSpPr/>
            <p:nvPr/>
          </p:nvSpPr>
          <p:spPr>
            <a:xfrm rot="16200000">
              <a:off x="10360038" y="200940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Hexagon 19">
              <a:extLst>
                <a:ext uri="{FF2B5EF4-FFF2-40B4-BE49-F238E27FC236}">
                  <a16:creationId xmlns:a16="http://schemas.microsoft.com/office/drawing/2014/main" id="{BE3D50E6-CA95-1E2C-00F7-37CBA5BBD713}"/>
                </a:ext>
              </a:extLst>
            </p:cNvPr>
            <p:cNvSpPr/>
            <p:nvPr/>
          </p:nvSpPr>
          <p:spPr>
            <a:xfrm rot="16200000">
              <a:off x="9082713" y="423413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Hexagon 20">
              <a:extLst>
                <a:ext uri="{FF2B5EF4-FFF2-40B4-BE49-F238E27FC236}">
                  <a16:creationId xmlns:a16="http://schemas.microsoft.com/office/drawing/2014/main" id="{285A430D-277B-8AE0-DDE6-1ED8B073B975}"/>
                </a:ext>
              </a:extLst>
            </p:cNvPr>
            <p:cNvSpPr/>
            <p:nvPr/>
          </p:nvSpPr>
          <p:spPr>
            <a:xfrm rot="16200000">
              <a:off x="6622324" y="4234135"/>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Hexagon 21">
              <a:extLst>
                <a:ext uri="{FF2B5EF4-FFF2-40B4-BE49-F238E27FC236}">
                  <a16:creationId xmlns:a16="http://schemas.microsoft.com/office/drawing/2014/main" id="{D8B68E7B-499C-3757-7499-BA030EEC5B28}"/>
                </a:ext>
              </a:extLst>
            </p:cNvPr>
            <p:cNvSpPr/>
            <p:nvPr/>
          </p:nvSpPr>
          <p:spPr>
            <a:xfrm rot="16200000">
              <a:off x="4158793" y="4234136"/>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Hexagon 22">
              <a:extLst>
                <a:ext uri="{FF2B5EF4-FFF2-40B4-BE49-F238E27FC236}">
                  <a16:creationId xmlns:a16="http://schemas.microsoft.com/office/drawing/2014/main" id="{336C09B7-2F2C-79B2-96F2-1B67398922C2}"/>
                </a:ext>
              </a:extLst>
            </p:cNvPr>
            <p:cNvSpPr/>
            <p:nvPr/>
          </p:nvSpPr>
          <p:spPr>
            <a:xfrm rot="16200000">
              <a:off x="9118061" y="-21532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Hexagon 23">
              <a:extLst>
                <a:ext uri="{FF2B5EF4-FFF2-40B4-BE49-F238E27FC236}">
                  <a16:creationId xmlns:a16="http://schemas.microsoft.com/office/drawing/2014/main" id="{DF928BA5-EC66-3D70-66A2-67D12DBFB7E8}"/>
                </a:ext>
              </a:extLst>
            </p:cNvPr>
            <p:cNvSpPr/>
            <p:nvPr/>
          </p:nvSpPr>
          <p:spPr>
            <a:xfrm rot="16200000">
              <a:off x="6657673" y="-215323"/>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Hexagon 24">
              <a:extLst>
                <a:ext uri="{FF2B5EF4-FFF2-40B4-BE49-F238E27FC236}">
                  <a16:creationId xmlns:a16="http://schemas.microsoft.com/office/drawing/2014/main" id="{472CAA9A-2931-AFAE-96F3-B483AE05DFEE}"/>
                </a:ext>
              </a:extLst>
            </p:cNvPr>
            <p:cNvSpPr/>
            <p:nvPr/>
          </p:nvSpPr>
          <p:spPr>
            <a:xfrm rot="16200000">
              <a:off x="10360038" y="651157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Hexagon 25">
              <a:extLst>
                <a:ext uri="{FF2B5EF4-FFF2-40B4-BE49-F238E27FC236}">
                  <a16:creationId xmlns:a16="http://schemas.microsoft.com/office/drawing/2014/main" id="{D8EBCF3A-B3A7-0428-23D8-87C03653CAFD}"/>
                </a:ext>
              </a:extLst>
            </p:cNvPr>
            <p:cNvSpPr/>
            <p:nvPr/>
          </p:nvSpPr>
          <p:spPr>
            <a:xfrm rot="16200000">
              <a:off x="5368565"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Hexagon 26">
              <a:extLst>
                <a:ext uri="{FF2B5EF4-FFF2-40B4-BE49-F238E27FC236}">
                  <a16:creationId xmlns:a16="http://schemas.microsoft.com/office/drawing/2014/main" id="{01012CC1-CD4E-CAA2-4DFB-F2386882534A}"/>
                </a:ext>
              </a:extLst>
            </p:cNvPr>
            <p:cNvSpPr/>
            <p:nvPr/>
          </p:nvSpPr>
          <p:spPr>
            <a:xfrm rot="16200000">
              <a:off x="7864301"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Hexagon 27">
              <a:extLst>
                <a:ext uri="{FF2B5EF4-FFF2-40B4-BE49-F238E27FC236}">
                  <a16:creationId xmlns:a16="http://schemas.microsoft.com/office/drawing/2014/main" id="{E9E9B82C-A2B7-6E71-CECF-96E47F838DC4}"/>
                </a:ext>
              </a:extLst>
            </p:cNvPr>
            <p:cNvSpPr/>
            <p:nvPr/>
          </p:nvSpPr>
          <p:spPr>
            <a:xfrm rot="16200000">
              <a:off x="6610542"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Hexagon 28">
              <a:extLst>
                <a:ext uri="{FF2B5EF4-FFF2-40B4-BE49-F238E27FC236}">
                  <a16:creationId xmlns:a16="http://schemas.microsoft.com/office/drawing/2014/main" id="{4D29D4EE-9D0D-AE7B-BB66-99AD070CD54A}"/>
                </a:ext>
              </a:extLst>
            </p:cNvPr>
            <p:cNvSpPr/>
            <p:nvPr/>
          </p:nvSpPr>
          <p:spPr>
            <a:xfrm rot="16200000">
              <a:off x="9176974"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0" name="Group 29">
            <a:extLst>
              <a:ext uri="{FF2B5EF4-FFF2-40B4-BE49-F238E27FC236}">
                <a16:creationId xmlns:a16="http://schemas.microsoft.com/office/drawing/2014/main" id="{20AC5D13-710F-8F1F-6E41-68AED42B5545}"/>
              </a:ext>
            </a:extLst>
          </p:cNvPr>
          <p:cNvGrpSpPr/>
          <p:nvPr/>
        </p:nvGrpSpPr>
        <p:grpSpPr>
          <a:xfrm>
            <a:off x="77267" y="-1090954"/>
            <a:ext cx="3268701" cy="2362039"/>
            <a:chOff x="-105087" y="-678834"/>
            <a:chExt cx="3268701" cy="2362039"/>
          </a:xfrm>
          <a:noFill/>
        </p:grpSpPr>
        <p:sp>
          <p:nvSpPr>
            <p:cNvPr id="31" name="Hexagon 30">
              <a:extLst>
                <a:ext uri="{FF2B5EF4-FFF2-40B4-BE49-F238E27FC236}">
                  <a16:creationId xmlns:a16="http://schemas.microsoft.com/office/drawing/2014/main" id="{1DE91300-E1A9-FC1F-C601-1251B5569A10}"/>
                </a:ext>
              </a:extLst>
            </p:cNvPr>
            <p:cNvSpPr/>
            <p:nvPr/>
          </p:nvSpPr>
          <p:spPr>
            <a:xfrm rot="16200000">
              <a:off x="-232612" y="-551309"/>
              <a:ext cx="1849120" cy="1594069"/>
            </a:xfrm>
            <a:prstGeom prst="hexagon">
              <a:avLst/>
            </a:prstGeom>
            <a:grp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Hexagon 31">
              <a:extLst>
                <a:ext uri="{FF2B5EF4-FFF2-40B4-BE49-F238E27FC236}">
                  <a16:creationId xmlns:a16="http://schemas.microsoft.com/office/drawing/2014/main" id="{388D21A4-2D58-3FF5-1555-5672E6ED1145}"/>
                </a:ext>
              </a:extLst>
            </p:cNvPr>
            <p:cNvSpPr/>
            <p:nvPr/>
          </p:nvSpPr>
          <p:spPr>
            <a:xfrm rot="16200000">
              <a:off x="1442020" y="-551309"/>
              <a:ext cx="1849120" cy="1594069"/>
            </a:xfrm>
            <a:prstGeom prst="hexagon">
              <a:avLst/>
            </a:prstGeom>
            <a:grp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Hexagon 32">
              <a:extLst>
                <a:ext uri="{FF2B5EF4-FFF2-40B4-BE49-F238E27FC236}">
                  <a16:creationId xmlns:a16="http://schemas.microsoft.com/office/drawing/2014/main" id="{FDE31BFB-BC1A-6361-7278-1FA3D78F5AE2}"/>
                </a:ext>
              </a:extLst>
            </p:cNvPr>
            <p:cNvSpPr/>
            <p:nvPr/>
          </p:nvSpPr>
          <p:spPr>
            <a:xfrm rot="16200000">
              <a:off x="1110429" y="924589"/>
              <a:ext cx="814810" cy="702422"/>
            </a:xfrm>
            <a:prstGeom prst="hexagon">
              <a:avLst/>
            </a:prstGeom>
            <a:grp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78" name="Group 77">
            <a:extLst>
              <a:ext uri="{FF2B5EF4-FFF2-40B4-BE49-F238E27FC236}">
                <a16:creationId xmlns:a16="http://schemas.microsoft.com/office/drawing/2014/main" id="{D35B9703-85D1-5F2E-F7CC-7B6E4F92BA34}"/>
              </a:ext>
            </a:extLst>
          </p:cNvPr>
          <p:cNvGrpSpPr/>
          <p:nvPr/>
        </p:nvGrpSpPr>
        <p:grpSpPr>
          <a:xfrm>
            <a:off x="13363571" y="3246119"/>
            <a:ext cx="2313627" cy="2683807"/>
            <a:chOff x="8462636" y="3475030"/>
            <a:chExt cx="2313627" cy="2683807"/>
          </a:xfrm>
        </p:grpSpPr>
        <p:grpSp>
          <p:nvGrpSpPr>
            <p:cNvPr id="71" name="Group 70">
              <a:extLst>
                <a:ext uri="{FF2B5EF4-FFF2-40B4-BE49-F238E27FC236}">
                  <a16:creationId xmlns:a16="http://schemas.microsoft.com/office/drawing/2014/main" id="{4F65DC95-3886-FD93-B49C-A2A7D3DF00FC}"/>
                </a:ext>
              </a:extLst>
            </p:cNvPr>
            <p:cNvGrpSpPr/>
            <p:nvPr/>
          </p:nvGrpSpPr>
          <p:grpSpPr>
            <a:xfrm>
              <a:off x="9336327" y="4407129"/>
              <a:ext cx="442418" cy="819608"/>
              <a:chOff x="4374763" y="3784748"/>
              <a:chExt cx="442418" cy="819608"/>
            </a:xfrm>
          </p:grpSpPr>
          <p:sp>
            <p:nvSpPr>
              <p:cNvPr id="55" name="Freeform: Shape 54">
                <a:extLst>
                  <a:ext uri="{FF2B5EF4-FFF2-40B4-BE49-F238E27FC236}">
                    <a16:creationId xmlns:a16="http://schemas.microsoft.com/office/drawing/2014/main" id="{047152E0-64BD-4EA0-00D6-1CA9C974ED92}"/>
                  </a:ext>
                </a:extLst>
              </p:cNvPr>
              <p:cNvSpPr/>
              <p:nvPr/>
            </p:nvSpPr>
            <p:spPr>
              <a:xfrm>
                <a:off x="4494778" y="3784748"/>
                <a:ext cx="80009" cy="80009"/>
              </a:xfrm>
              <a:custGeom>
                <a:avLst/>
                <a:gdLst>
                  <a:gd name="csX0" fmla="*/ 40005 w 80009"/>
                  <a:gd name="csY0" fmla="*/ 0 h 80009"/>
                  <a:gd name="csX1" fmla="*/ 0 w 80009"/>
                  <a:gd name="csY1" fmla="*/ 40005 h 80009"/>
                  <a:gd name="csX2" fmla="*/ 40005 w 80009"/>
                  <a:gd name="csY2" fmla="*/ 80010 h 80009"/>
                  <a:gd name="csX3" fmla="*/ 80010 w 80009"/>
                  <a:gd name="csY3" fmla="*/ 40005 h 80009"/>
                  <a:gd name="csX4" fmla="*/ 40005 w 80009"/>
                  <a:gd name="csY4" fmla="*/ 0 h 80009"/>
                </a:gdLst>
                <a:ahLst/>
                <a:cxnLst>
                  <a:cxn ang="0">
                    <a:pos x="csX0" y="csY0"/>
                  </a:cxn>
                  <a:cxn ang="0">
                    <a:pos x="csX1" y="csY1"/>
                  </a:cxn>
                  <a:cxn ang="0">
                    <a:pos x="csX2" y="csY2"/>
                  </a:cxn>
                  <a:cxn ang="0">
                    <a:pos x="csX3" y="csY3"/>
                  </a:cxn>
                  <a:cxn ang="0">
                    <a:pos x="csX4" y="csY4"/>
                  </a:cxn>
                </a:cxnLst>
                <a:rect l="l" t="t" r="r" b="b"/>
                <a:pathLst>
                  <a:path w="80009" h="80009">
                    <a:moveTo>
                      <a:pt x="40005" y="0"/>
                    </a:moveTo>
                    <a:cubicBezTo>
                      <a:pt x="18097" y="0"/>
                      <a:pt x="0" y="18097"/>
                      <a:pt x="0" y="40005"/>
                    </a:cubicBezTo>
                    <a:cubicBezTo>
                      <a:pt x="0" y="61913"/>
                      <a:pt x="18097" y="80010"/>
                      <a:pt x="40005" y="80010"/>
                    </a:cubicBezTo>
                    <a:cubicBezTo>
                      <a:pt x="61913" y="80010"/>
                      <a:pt x="80010" y="61913"/>
                      <a:pt x="80010" y="40005"/>
                    </a:cubicBezTo>
                    <a:cubicBezTo>
                      <a:pt x="80010" y="18097"/>
                      <a:pt x="61913" y="0"/>
                      <a:pt x="40005" y="0"/>
                    </a:cubicBezTo>
                    <a:close/>
                  </a:path>
                </a:pathLst>
              </a:custGeom>
              <a:solidFill>
                <a:srgbClr val="000000"/>
              </a:solidFill>
              <a:ln w="9525" cap="flat">
                <a:noFill/>
                <a:prstDash val="solid"/>
                <a:miter/>
              </a:ln>
            </p:spPr>
            <p:txBody>
              <a:bodyPr/>
              <a:lstStyle/>
              <a:p>
                <a:endParaRPr lang="en-IN"/>
              </a:p>
            </p:txBody>
          </p:sp>
          <p:sp>
            <p:nvSpPr>
              <p:cNvPr id="56" name="Oval 55">
                <a:extLst>
                  <a:ext uri="{FF2B5EF4-FFF2-40B4-BE49-F238E27FC236}">
                    <a16:creationId xmlns:a16="http://schemas.microsoft.com/office/drawing/2014/main" id="{6597FB41-6302-8E6F-EDBF-C694E6F6C3CF}"/>
                  </a:ext>
                </a:extLst>
              </p:cNvPr>
              <p:cNvSpPr/>
              <p:nvPr/>
            </p:nvSpPr>
            <p:spPr>
              <a:xfrm>
                <a:off x="4374763" y="3978106"/>
                <a:ext cx="80010" cy="80010"/>
              </a:xfrm>
              <a:prstGeom prst="ellipse">
                <a:avLst/>
              </a:prstGeom>
              <a:solidFill>
                <a:srgbClr val="000000"/>
              </a:solidFill>
              <a:ln w="9525" cap="flat">
                <a:noFill/>
                <a:prstDash val="solid"/>
                <a:miter/>
              </a:ln>
            </p:spPr>
            <p:txBody>
              <a:bodyPr/>
              <a:lstStyle/>
              <a:p>
                <a:endParaRPr lang="en-IN"/>
              </a:p>
            </p:txBody>
          </p:sp>
          <p:sp>
            <p:nvSpPr>
              <p:cNvPr id="59" name="Freeform: Shape 58">
                <a:extLst>
                  <a:ext uri="{FF2B5EF4-FFF2-40B4-BE49-F238E27FC236}">
                    <a16:creationId xmlns:a16="http://schemas.microsoft.com/office/drawing/2014/main" id="{8747201E-7275-8718-E85C-1DAD46A48C46}"/>
                  </a:ext>
                </a:extLst>
              </p:cNvPr>
              <p:cNvSpPr/>
              <p:nvPr/>
            </p:nvSpPr>
            <p:spPr>
              <a:xfrm>
                <a:off x="4569531" y="435670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60" name="Freeform: Shape 59">
                <a:extLst>
                  <a:ext uri="{FF2B5EF4-FFF2-40B4-BE49-F238E27FC236}">
                    <a16:creationId xmlns:a16="http://schemas.microsoft.com/office/drawing/2014/main" id="{60F3A6B8-B753-A41C-D08B-BEA5336EBDFD}"/>
                  </a:ext>
                </a:extLst>
              </p:cNvPr>
              <p:cNvSpPr/>
              <p:nvPr/>
            </p:nvSpPr>
            <p:spPr>
              <a:xfrm>
                <a:off x="4569531" y="445195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61" name="Freeform: Shape 60">
                <a:extLst>
                  <a:ext uri="{FF2B5EF4-FFF2-40B4-BE49-F238E27FC236}">
                    <a16:creationId xmlns:a16="http://schemas.microsoft.com/office/drawing/2014/main" id="{4B1F81E9-19A0-4D25-6FDF-AFD237EFAFA3}"/>
                  </a:ext>
                </a:extLst>
              </p:cNvPr>
              <p:cNvSpPr/>
              <p:nvPr/>
            </p:nvSpPr>
            <p:spPr>
              <a:xfrm>
                <a:off x="4631443" y="4547206"/>
                <a:ext cx="123825" cy="57150"/>
              </a:xfrm>
              <a:custGeom>
                <a:avLst/>
                <a:gdLst>
                  <a:gd name="csX0" fmla="*/ 0 w 123825"/>
                  <a:gd name="csY0" fmla="*/ 0 h 57150"/>
                  <a:gd name="csX1" fmla="*/ 61913 w 123825"/>
                  <a:gd name="csY1" fmla="*/ 57150 h 57150"/>
                  <a:gd name="csX2" fmla="*/ 123825 w 123825"/>
                  <a:gd name="csY2" fmla="*/ 0 h 57150"/>
                  <a:gd name="csX3" fmla="*/ 0 w 123825"/>
                  <a:gd name="csY3" fmla="*/ 0 h 57150"/>
                </a:gdLst>
                <a:ahLst/>
                <a:cxnLst>
                  <a:cxn ang="0">
                    <a:pos x="csX0" y="csY0"/>
                  </a:cxn>
                  <a:cxn ang="0">
                    <a:pos x="csX1" y="csY1"/>
                  </a:cxn>
                  <a:cxn ang="0">
                    <a:pos x="csX2" y="csY2"/>
                  </a:cxn>
                  <a:cxn ang="0">
                    <a:pos x="csX3" y="csY3"/>
                  </a:cxn>
                </a:cxnLst>
                <a:rect l="l" t="t" r="r" b="b"/>
                <a:pathLst>
                  <a:path w="123825" h="57150">
                    <a:moveTo>
                      <a:pt x="0" y="0"/>
                    </a:moveTo>
                    <a:cubicBezTo>
                      <a:pt x="2857" y="32385"/>
                      <a:pt x="29527" y="57150"/>
                      <a:pt x="61913" y="57150"/>
                    </a:cubicBezTo>
                    <a:cubicBezTo>
                      <a:pt x="94298" y="57150"/>
                      <a:pt x="120968" y="32385"/>
                      <a:pt x="123825" y="0"/>
                    </a:cubicBezTo>
                    <a:lnTo>
                      <a:pt x="0" y="0"/>
                    </a:lnTo>
                    <a:close/>
                  </a:path>
                </a:pathLst>
              </a:custGeom>
              <a:solidFill>
                <a:srgbClr val="000000"/>
              </a:solidFill>
              <a:ln w="9525" cap="flat">
                <a:noFill/>
                <a:prstDash val="solid"/>
                <a:miter/>
              </a:ln>
            </p:spPr>
            <p:txBody>
              <a:bodyPr/>
              <a:lstStyle/>
              <a:p>
                <a:endParaRPr lang="en-IN"/>
              </a:p>
            </p:txBody>
          </p:sp>
          <p:sp>
            <p:nvSpPr>
              <p:cNvPr id="62" name="Freeform: Shape 61">
                <a:extLst>
                  <a:ext uri="{FF2B5EF4-FFF2-40B4-BE49-F238E27FC236}">
                    <a16:creationId xmlns:a16="http://schemas.microsoft.com/office/drawing/2014/main" id="{F14E9812-DF61-3A12-22C5-967455209CF1}"/>
                  </a:ext>
                </a:extLst>
              </p:cNvPr>
              <p:cNvSpPr/>
              <p:nvPr/>
            </p:nvSpPr>
            <p:spPr>
              <a:xfrm>
                <a:off x="4445706" y="3804256"/>
                <a:ext cx="371475" cy="647700"/>
              </a:xfrm>
              <a:custGeom>
                <a:avLst/>
                <a:gdLst>
                  <a:gd name="csX0" fmla="*/ 247650 w 495300"/>
                  <a:gd name="csY0" fmla="*/ 0 h 514350"/>
                  <a:gd name="csX1" fmla="*/ 247650 w 495300"/>
                  <a:gd name="csY1" fmla="*/ 0 h 514350"/>
                  <a:gd name="csX2" fmla="*/ 247650 w 495300"/>
                  <a:gd name="csY2" fmla="*/ 0 h 514350"/>
                  <a:gd name="csX3" fmla="*/ 0 w 495300"/>
                  <a:gd name="csY3" fmla="*/ 244793 h 514350"/>
                  <a:gd name="csX4" fmla="*/ 0 w 495300"/>
                  <a:gd name="csY4" fmla="*/ 253365 h 514350"/>
                  <a:gd name="csX5" fmla="*/ 17145 w 495300"/>
                  <a:gd name="csY5" fmla="*/ 339090 h 514350"/>
                  <a:gd name="csX6" fmla="*/ 60007 w 495300"/>
                  <a:gd name="csY6" fmla="*/ 409575 h 514350"/>
                  <a:gd name="csX7" fmla="*/ 118110 w 495300"/>
                  <a:gd name="csY7" fmla="*/ 503873 h 514350"/>
                  <a:gd name="csX8" fmla="*/ 135255 w 495300"/>
                  <a:gd name="csY8" fmla="*/ 514350 h 514350"/>
                  <a:gd name="csX9" fmla="*/ 360045 w 495300"/>
                  <a:gd name="csY9" fmla="*/ 514350 h 514350"/>
                  <a:gd name="csX10" fmla="*/ 377190 w 495300"/>
                  <a:gd name="csY10" fmla="*/ 503873 h 514350"/>
                  <a:gd name="csX11" fmla="*/ 435292 w 495300"/>
                  <a:gd name="csY11" fmla="*/ 409575 h 514350"/>
                  <a:gd name="csX12" fmla="*/ 478155 w 495300"/>
                  <a:gd name="csY12" fmla="*/ 339090 h 514350"/>
                  <a:gd name="csX13" fmla="*/ 495300 w 495300"/>
                  <a:gd name="csY13" fmla="*/ 253365 h 514350"/>
                  <a:gd name="csX14" fmla="*/ 495300 w 495300"/>
                  <a:gd name="csY14" fmla="*/ 244793 h 514350"/>
                  <a:gd name="csX15" fmla="*/ 247650 w 495300"/>
                  <a:gd name="csY15" fmla="*/ 0 h 514350"/>
                  <a:gd name="csX16" fmla="*/ 438150 w 495300"/>
                  <a:gd name="csY16" fmla="*/ 252413 h 514350"/>
                  <a:gd name="csX17" fmla="*/ 424815 w 495300"/>
                  <a:gd name="csY17" fmla="*/ 319088 h 514350"/>
                  <a:gd name="csX18" fmla="*/ 392430 w 495300"/>
                  <a:gd name="csY18" fmla="*/ 371475 h 514350"/>
                  <a:gd name="csX19" fmla="*/ 337185 w 495300"/>
                  <a:gd name="csY19" fmla="*/ 457200 h 514350"/>
                  <a:gd name="csX20" fmla="*/ 247650 w 495300"/>
                  <a:gd name="csY20" fmla="*/ 457200 h 514350"/>
                  <a:gd name="csX21" fmla="*/ 159068 w 495300"/>
                  <a:gd name="csY21" fmla="*/ 457200 h 514350"/>
                  <a:gd name="csX22" fmla="*/ 103823 w 495300"/>
                  <a:gd name="csY22" fmla="*/ 371475 h 514350"/>
                  <a:gd name="csX23" fmla="*/ 71438 w 495300"/>
                  <a:gd name="csY23" fmla="*/ 319088 h 514350"/>
                  <a:gd name="csX24" fmla="*/ 58103 w 495300"/>
                  <a:gd name="csY24" fmla="*/ 252413 h 514350"/>
                  <a:gd name="csX25" fmla="*/ 58103 w 495300"/>
                  <a:gd name="csY25" fmla="*/ 244793 h 514350"/>
                  <a:gd name="csX26" fmla="*/ 248602 w 495300"/>
                  <a:gd name="csY26" fmla="*/ 56197 h 514350"/>
                  <a:gd name="csX27" fmla="*/ 248602 w 495300"/>
                  <a:gd name="csY27" fmla="*/ 56197 h 514350"/>
                  <a:gd name="csX28" fmla="*/ 248602 w 495300"/>
                  <a:gd name="csY28" fmla="*/ 56197 h 514350"/>
                  <a:gd name="csX29" fmla="*/ 248602 w 495300"/>
                  <a:gd name="csY29" fmla="*/ 56197 h 514350"/>
                  <a:gd name="csX30" fmla="*/ 248602 w 495300"/>
                  <a:gd name="csY30" fmla="*/ 56197 h 514350"/>
                  <a:gd name="csX31" fmla="*/ 248602 w 495300"/>
                  <a:gd name="csY31" fmla="*/ 56197 h 514350"/>
                  <a:gd name="csX32" fmla="*/ 248602 w 495300"/>
                  <a:gd name="csY32" fmla="*/ 56197 h 514350"/>
                  <a:gd name="csX33" fmla="*/ 439103 w 495300"/>
                  <a:gd name="csY33" fmla="*/ 244793 h 514350"/>
                  <a:gd name="csX34" fmla="*/ 439103 w 495300"/>
                  <a:gd name="csY34" fmla="*/ 252413 h 514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95300" h="514350">
                    <a:moveTo>
                      <a:pt x="247650" y="0"/>
                    </a:moveTo>
                    <a:cubicBezTo>
                      <a:pt x="247650" y="0"/>
                      <a:pt x="247650" y="0"/>
                      <a:pt x="247650" y="0"/>
                    </a:cubicBezTo>
                    <a:cubicBezTo>
                      <a:pt x="247650" y="0"/>
                      <a:pt x="247650" y="0"/>
                      <a:pt x="247650" y="0"/>
                    </a:cubicBezTo>
                    <a:cubicBezTo>
                      <a:pt x="112395" y="952"/>
                      <a:pt x="2857" y="109538"/>
                      <a:pt x="0" y="244793"/>
                    </a:cubicBezTo>
                    <a:lnTo>
                      <a:pt x="0" y="253365"/>
                    </a:lnTo>
                    <a:cubicBezTo>
                      <a:pt x="953" y="282893"/>
                      <a:pt x="6668" y="311468"/>
                      <a:pt x="17145" y="339090"/>
                    </a:cubicBezTo>
                    <a:cubicBezTo>
                      <a:pt x="27622" y="364808"/>
                      <a:pt x="41910" y="388620"/>
                      <a:pt x="60007" y="409575"/>
                    </a:cubicBezTo>
                    <a:cubicBezTo>
                      <a:pt x="82868" y="434340"/>
                      <a:pt x="107632" y="482918"/>
                      <a:pt x="118110" y="503873"/>
                    </a:cubicBezTo>
                    <a:cubicBezTo>
                      <a:pt x="120968" y="510540"/>
                      <a:pt x="127635" y="514350"/>
                      <a:pt x="135255" y="514350"/>
                    </a:cubicBezTo>
                    <a:lnTo>
                      <a:pt x="360045" y="514350"/>
                    </a:lnTo>
                    <a:cubicBezTo>
                      <a:pt x="367665" y="514350"/>
                      <a:pt x="374333" y="510540"/>
                      <a:pt x="377190" y="503873"/>
                    </a:cubicBezTo>
                    <a:cubicBezTo>
                      <a:pt x="387668" y="482918"/>
                      <a:pt x="412433" y="434340"/>
                      <a:pt x="435292" y="409575"/>
                    </a:cubicBezTo>
                    <a:cubicBezTo>
                      <a:pt x="453390" y="388620"/>
                      <a:pt x="468630" y="364808"/>
                      <a:pt x="478155" y="339090"/>
                    </a:cubicBezTo>
                    <a:cubicBezTo>
                      <a:pt x="488633" y="311468"/>
                      <a:pt x="494348" y="282893"/>
                      <a:pt x="495300" y="253365"/>
                    </a:cubicBezTo>
                    <a:lnTo>
                      <a:pt x="495300" y="244793"/>
                    </a:lnTo>
                    <a:cubicBezTo>
                      <a:pt x="492442" y="109538"/>
                      <a:pt x="382905" y="952"/>
                      <a:pt x="247650" y="0"/>
                    </a:cubicBezTo>
                    <a:close/>
                    <a:moveTo>
                      <a:pt x="438150" y="252413"/>
                    </a:moveTo>
                    <a:cubicBezTo>
                      <a:pt x="437198" y="275273"/>
                      <a:pt x="432435" y="298133"/>
                      <a:pt x="424815" y="319088"/>
                    </a:cubicBezTo>
                    <a:cubicBezTo>
                      <a:pt x="417195" y="338138"/>
                      <a:pt x="406717" y="356235"/>
                      <a:pt x="392430" y="371475"/>
                    </a:cubicBezTo>
                    <a:cubicBezTo>
                      <a:pt x="370523" y="398145"/>
                      <a:pt x="351473" y="426720"/>
                      <a:pt x="337185" y="457200"/>
                    </a:cubicBezTo>
                    <a:lnTo>
                      <a:pt x="247650" y="457200"/>
                    </a:lnTo>
                    <a:lnTo>
                      <a:pt x="159068" y="457200"/>
                    </a:lnTo>
                    <a:cubicBezTo>
                      <a:pt x="143827" y="426720"/>
                      <a:pt x="124777" y="398145"/>
                      <a:pt x="103823" y="371475"/>
                    </a:cubicBezTo>
                    <a:cubicBezTo>
                      <a:pt x="90488" y="356235"/>
                      <a:pt x="79057" y="338138"/>
                      <a:pt x="71438" y="319088"/>
                    </a:cubicBezTo>
                    <a:cubicBezTo>
                      <a:pt x="62865" y="298133"/>
                      <a:pt x="59055" y="275273"/>
                      <a:pt x="58103" y="252413"/>
                    </a:cubicBezTo>
                    <a:lnTo>
                      <a:pt x="58103" y="244793"/>
                    </a:lnTo>
                    <a:cubicBezTo>
                      <a:pt x="60007" y="140970"/>
                      <a:pt x="144780" y="57150"/>
                      <a:pt x="248602" y="56197"/>
                    </a:cubicBezTo>
                    <a:lnTo>
                      <a:pt x="248602" y="56197"/>
                    </a:lnTo>
                    <a:lnTo>
                      <a:pt x="248602" y="56197"/>
                    </a:lnTo>
                    <a:cubicBezTo>
                      <a:pt x="248602" y="56197"/>
                      <a:pt x="248602" y="56197"/>
                      <a:pt x="248602" y="56197"/>
                    </a:cubicBezTo>
                    <a:cubicBezTo>
                      <a:pt x="248602" y="56197"/>
                      <a:pt x="248602" y="56197"/>
                      <a:pt x="248602" y="56197"/>
                    </a:cubicBezTo>
                    <a:lnTo>
                      <a:pt x="248602" y="56197"/>
                    </a:lnTo>
                    <a:lnTo>
                      <a:pt x="248602" y="56197"/>
                    </a:lnTo>
                    <a:cubicBezTo>
                      <a:pt x="352425" y="57150"/>
                      <a:pt x="437198" y="140018"/>
                      <a:pt x="439103" y="244793"/>
                    </a:cubicBezTo>
                    <a:lnTo>
                      <a:pt x="439103" y="252413"/>
                    </a:lnTo>
                    <a:close/>
                  </a:path>
                </a:pathLst>
              </a:custGeom>
              <a:solidFill>
                <a:schemeClr val="bg1"/>
              </a:solidFill>
              <a:ln w="9525" cap="flat">
                <a:noFill/>
                <a:prstDash val="solid"/>
                <a:miter/>
              </a:ln>
            </p:spPr>
            <p:txBody>
              <a:bodyPr/>
              <a:lstStyle/>
              <a:p>
                <a:endParaRPr lang="en-IN"/>
              </a:p>
            </p:txBody>
          </p:sp>
        </p:grpSp>
        <p:sp>
          <p:nvSpPr>
            <p:cNvPr id="73" name="Hexagon 72">
              <a:extLst>
                <a:ext uri="{FF2B5EF4-FFF2-40B4-BE49-F238E27FC236}">
                  <a16:creationId xmlns:a16="http://schemas.microsoft.com/office/drawing/2014/main" id="{660A7481-483D-DF93-FE39-E89D14BE9FBE}"/>
                </a:ext>
              </a:extLst>
            </p:cNvPr>
            <p:cNvSpPr/>
            <p:nvPr/>
          </p:nvSpPr>
          <p:spPr>
            <a:xfrm rot="16200000">
              <a:off x="8277546" y="3660120"/>
              <a:ext cx="2683807" cy="2313627"/>
            </a:xfrm>
            <a:prstGeom prst="hexagon">
              <a:avLst/>
            </a:prstGeom>
            <a:no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92" name="Group 91">
            <a:extLst>
              <a:ext uri="{FF2B5EF4-FFF2-40B4-BE49-F238E27FC236}">
                <a16:creationId xmlns:a16="http://schemas.microsoft.com/office/drawing/2014/main" id="{2BBACDC5-6DCF-DDB7-35D6-9484DF235993}"/>
              </a:ext>
            </a:extLst>
          </p:cNvPr>
          <p:cNvGrpSpPr/>
          <p:nvPr/>
        </p:nvGrpSpPr>
        <p:grpSpPr>
          <a:xfrm>
            <a:off x="-883993" y="1948098"/>
            <a:ext cx="1922517" cy="2230120"/>
            <a:chOff x="-883993" y="1948098"/>
            <a:chExt cx="1922517" cy="2230120"/>
          </a:xfrm>
        </p:grpSpPr>
        <p:sp>
          <p:nvSpPr>
            <p:cNvPr id="84" name="Hexagon 83">
              <a:extLst>
                <a:ext uri="{FF2B5EF4-FFF2-40B4-BE49-F238E27FC236}">
                  <a16:creationId xmlns:a16="http://schemas.microsoft.com/office/drawing/2014/main" id="{152BDF5A-7663-4DC1-A90B-0D88B58AAF1A}"/>
                </a:ext>
              </a:extLst>
            </p:cNvPr>
            <p:cNvSpPr/>
            <p:nvPr/>
          </p:nvSpPr>
          <p:spPr>
            <a:xfrm rot="16200000">
              <a:off x="-1037794" y="2101899"/>
              <a:ext cx="2230120" cy="1922517"/>
            </a:xfrm>
            <a:prstGeom prst="hexag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5" name="Group 84">
              <a:extLst>
                <a:ext uri="{FF2B5EF4-FFF2-40B4-BE49-F238E27FC236}">
                  <a16:creationId xmlns:a16="http://schemas.microsoft.com/office/drawing/2014/main" id="{72A760EE-4070-A95B-0C67-A4B09FCE70EC}"/>
                </a:ext>
              </a:extLst>
            </p:cNvPr>
            <p:cNvGrpSpPr/>
            <p:nvPr/>
          </p:nvGrpSpPr>
          <p:grpSpPr>
            <a:xfrm>
              <a:off x="77266" y="2633286"/>
              <a:ext cx="566243" cy="819608"/>
              <a:chOff x="4374763" y="3784748"/>
              <a:chExt cx="566243" cy="819608"/>
            </a:xfrm>
          </p:grpSpPr>
          <p:sp>
            <p:nvSpPr>
              <p:cNvPr id="86" name="Freeform: Shape 85">
                <a:extLst>
                  <a:ext uri="{FF2B5EF4-FFF2-40B4-BE49-F238E27FC236}">
                    <a16:creationId xmlns:a16="http://schemas.microsoft.com/office/drawing/2014/main" id="{172BC9EA-89FD-828C-2260-21A9E23B29DE}"/>
                  </a:ext>
                </a:extLst>
              </p:cNvPr>
              <p:cNvSpPr/>
              <p:nvPr/>
            </p:nvSpPr>
            <p:spPr>
              <a:xfrm>
                <a:off x="4494778" y="3784748"/>
                <a:ext cx="80009" cy="80009"/>
              </a:xfrm>
              <a:custGeom>
                <a:avLst/>
                <a:gdLst>
                  <a:gd name="csX0" fmla="*/ 40005 w 80009"/>
                  <a:gd name="csY0" fmla="*/ 0 h 80009"/>
                  <a:gd name="csX1" fmla="*/ 0 w 80009"/>
                  <a:gd name="csY1" fmla="*/ 40005 h 80009"/>
                  <a:gd name="csX2" fmla="*/ 40005 w 80009"/>
                  <a:gd name="csY2" fmla="*/ 80010 h 80009"/>
                  <a:gd name="csX3" fmla="*/ 80010 w 80009"/>
                  <a:gd name="csY3" fmla="*/ 40005 h 80009"/>
                  <a:gd name="csX4" fmla="*/ 40005 w 80009"/>
                  <a:gd name="csY4" fmla="*/ 0 h 80009"/>
                </a:gdLst>
                <a:ahLst/>
                <a:cxnLst>
                  <a:cxn ang="0">
                    <a:pos x="csX0" y="csY0"/>
                  </a:cxn>
                  <a:cxn ang="0">
                    <a:pos x="csX1" y="csY1"/>
                  </a:cxn>
                  <a:cxn ang="0">
                    <a:pos x="csX2" y="csY2"/>
                  </a:cxn>
                  <a:cxn ang="0">
                    <a:pos x="csX3" y="csY3"/>
                  </a:cxn>
                  <a:cxn ang="0">
                    <a:pos x="csX4" y="csY4"/>
                  </a:cxn>
                </a:cxnLst>
                <a:rect l="l" t="t" r="r" b="b"/>
                <a:pathLst>
                  <a:path w="80009" h="80009">
                    <a:moveTo>
                      <a:pt x="40005" y="0"/>
                    </a:moveTo>
                    <a:cubicBezTo>
                      <a:pt x="18097" y="0"/>
                      <a:pt x="0" y="18097"/>
                      <a:pt x="0" y="40005"/>
                    </a:cubicBezTo>
                    <a:cubicBezTo>
                      <a:pt x="0" y="61913"/>
                      <a:pt x="18097" y="80010"/>
                      <a:pt x="40005" y="80010"/>
                    </a:cubicBezTo>
                    <a:cubicBezTo>
                      <a:pt x="61913" y="80010"/>
                      <a:pt x="80010" y="61913"/>
                      <a:pt x="80010" y="40005"/>
                    </a:cubicBezTo>
                    <a:cubicBezTo>
                      <a:pt x="80010" y="18097"/>
                      <a:pt x="61913" y="0"/>
                      <a:pt x="40005" y="0"/>
                    </a:cubicBezTo>
                    <a:close/>
                  </a:path>
                </a:pathLst>
              </a:custGeom>
              <a:solidFill>
                <a:srgbClr val="000000"/>
              </a:solidFill>
              <a:ln w="9525" cap="flat">
                <a:noFill/>
                <a:prstDash val="solid"/>
                <a:miter/>
              </a:ln>
            </p:spPr>
            <p:txBody>
              <a:bodyPr/>
              <a:lstStyle/>
              <a:p>
                <a:endParaRPr lang="en-IN"/>
              </a:p>
            </p:txBody>
          </p:sp>
          <p:sp>
            <p:nvSpPr>
              <p:cNvPr id="87" name="Oval 86">
                <a:extLst>
                  <a:ext uri="{FF2B5EF4-FFF2-40B4-BE49-F238E27FC236}">
                    <a16:creationId xmlns:a16="http://schemas.microsoft.com/office/drawing/2014/main" id="{E8DC41DC-B9C2-171A-BD02-086B94C65B08}"/>
                  </a:ext>
                </a:extLst>
              </p:cNvPr>
              <p:cNvSpPr/>
              <p:nvPr/>
            </p:nvSpPr>
            <p:spPr>
              <a:xfrm>
                <a:off x="4374763" y="3978106"/>
                <a:ext cx="80010" cy="80010"/>
              </a:xfrm>
              <a:prstGeom prst="ellipse">
                <a:avLst/>
              </a:prstGeom>
              <a:solidFill>
                <a:srgbClr val="000000"/>
              </a:solidFill>
              <a:ln w="9525" cap="flat">
                <a:noFill/>
                <a:prstDash val="solid"/>
                <a:miter/>
              </a:ln>
            </p:spPr>
            <p:txBody>
              <a:bodyPr/>
              <a:lstStyle/>
              <a:p>
                <a:endParaRPr lang="en-IN"/>
              </a:p>
            </p:txBody>
          </p:sp>
          <p:sp>
            <p:nvSpPr>
              <p:cNvPr id="88" name="Freeform: Shape 87">
                <a:extLst>
                  <a:ext uri="{FF2B5EF4-FFF2-40B4-BE49-F238E27FC236}">
                    <a16:creationId xmlns:a16="http://schemas.microsoft.com/office/drawing/2014/main" id="{AEDA09F9-FC66-01DF-DD9E-D47289358144}"/>
                  </a:ext>
                </a:extLst>
              </p:cNvPr>
              <p:cNvSpPr/>
              <p:nvPr/>
            </p:nvSpPr>
            <p:spPr>
              <a:xfrm>
                <a:off x="4569531" y="435670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89" name="Freeform: Shape 88">
                <a:extLst>
                  <a:ext uri="{FF2B5EF4-FFF2-40B4-BE49-F238E27FC236}">
                    <a16:creationId xmlns:a16="http://schemas.microsoft.com/office/drawing/2014/main" id="{090771EF-6803-37EF-3A04-AF14487236C4}"/>
                  </a:ext>
                </a:extLst>
              </p:cNvPr>
              <p:cNvSpPr/>
              <p:nvPr/>
            </p:nvSpPr>
            <p:spPr>
              <a:xfrm>
                <a:off x="4569531" y="445195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90" name="Freeform: Shape 89">
                <a:extLst>
                  <a:ext uri="{FF2B5EF4-FFF2-40B4-BE49-F238E27FC236}">
                    <a16:creationId xmlns:a16="http://schemas.microsoft.com/office/drawing/2014/main" id="{2E67FBF5-9234-F6E9-DF4A-0E9D02C9A3DC}"/>
                  </a:ext>
                </a:extLst>
              </p:cNvPr>
              <p:cNvSpPr/>
              <p:nvPr/>
            </p:nvSpPr>
            <p:spPr>
              <a:xfrm>
                <a:off x="4631443" y="4547206"/>
                <a:ext cx="123825" cy="57150"/>
              </a:xfrm>
              <a:custGeom>
                <a:avLst/>
                <a:gdLst>
                  <a:gd name="csX0" fmla="*/ 0 w 123825"/>
                  <a:gd name="csY0" fmla="*/ 0 h 57150"/>
                  <a:gd name="csX1" fmla="*/ 61913 w 123825"/>
                  <a:gd name="csY1" fmla="*/ 57150 h 57150"/>
                  <a:gd name="csX2" fmla="*/ 123825 w 123825"/>
                  <a:gd name="csY2" fmla="*/ 0 h 57150"/>
                  <a:gd name="csX3" fmla="*/ 0 w 123825"/>
                  <a:gd name="csY3" fmla="*/ 0 h 57150"/>
                </a:gdLst>
                <a:ahLst/>
                <a:cxnLst>
                  <a:cxn ang="0">
                    <a:pos x="csX0" y="csY0"/>
                  </a:cxn>
                  <a:cxn ang="0">
                    <a:pos x="csX1" y="csY1"/>
                  </a:cxn>
                  <a:cxn ang="0">
                    <a:pos x="csX2" y="csY2"/>
                  </a:cxn>
                  <a:cxn ang="0">
                    <a:pos x="csX3" y="csY3"/>
                  </a:cxn>
                </a:cxnLst>
                <a:rect l="l" t="t" r="r" b="b"/>
                <a:pathLst>
                  <a:path w="123825" h="57150">
                    <a:moveTo>
                      <a:pt x="0" y="0"/>
                    </a:moveTo>
                    <a:cubicBezTo>
                      <a:pt x="2857" y="32385"/>
                      <a:pt x="29527" y="57150"/>
                      <a:pt x="61913" y="57150"/>
                    </a:cubicBezTo>
                    <a:cubicBezTo>
                      <a:pt x="94298" y="57150"/>
                      <a:pt x="120968" y="32385"/>
                      <a:pt x="123825" y="0"/>
                    </a:cubicBezTo>
                    <a:lnTo>
                      <a:pt x="0" y="0"/>
                    </a:lnTo>
                    <a:close/>
                  </a:path>
                </a:pathLst>
              </a:custGeom>
              <a:solidFill>
                <a:srgbClr val="000000"/>
              </a:solidFill>
              <a:ln w="9525" cap="flat">
                <a:noFill/>
                <a:prstDash val="solid"/>
                <a:miter/>
              </a:ln>
            </p:spPr>
            <p:txBody>
              <a:bodyPr/>
              <a:lstStyle/>
              <a:p>
                <a:endParaRPr lang="en-IN"/>
              </a:p>
            </p:txBody>
          </p:sp>
          <p:sp>
            <p:nvSpPr>
              <p:cNvPr id="91" name="Freeform: Shape 90">
                <a:extLst>
                  <a:ext uri="{FF2B5EF4-FFF2-40B4-BE49-F238E27FC236}">
                    <a16:creationId xmlns:a16="http://schemas.microsoft.com/office/drawing/2014/main" id="{52639846-7895-1F74-F584-187E0BA4E71C}"/>
                  </a:ext>
                </a:extLst>
              </p:cNvPr>
              <p:cNvSpPr/>
              <p:nvPr/>
            </p:nvSpPr>
            <p:spPr>
              <a:xfrm>
                <a:off x="4445706" y="3804256"/>
                <a:ext cx="495300" cy="514350"/>
              </a:xfrm>
              <a:custGeom>
                <a:avLst/>
                <a:gdLst>
                  <a:gd name="csX0" fmla="*/ 247650 w 495300"/>
                  <a:gd name="csY0" fmla="*/ 0 h 514350"/>
                  <a:gd name="csX1" fmla="*/ 247650 w 495300"/>
                  <a:gd name="csY1" fmla="*/ 0 h 514350"/>
                  <a:gd name="csX2" fmla="*/ 247650 w 495300"/>
                  <a:gd name="csY2" fmla="*/ 0 h 514350"/>
                  <a:gd name="csX3" fmla="*/ 0 w 495300"/>
                  <a:gd name="csY3" fmla="*/ 244793 h 514350"/>
                  <a:gd name="csX4" fmla="*/ 0 w 495300"/>
                  <a:gd name="csY4" fmla="*/ 253365 h 514350"/>
                  <a:gd name="csX5" fmla="*/ 17145 w 495300"/>
                  <a:gd name="csY5" fmla="*/ 339090 h 514350"/>
                  <a:gd name="csX6" fmla="*/ 60007 w 495300"/>
                  <a:gd name="csY6" fmla="*/ 409575 h 514350"/>
                  <a:gd name="csX7" fmla="*/ 118110 w 495300"/>
                  <a:gd name="csY7" fmla="*/ 503873 h 514350"/>
                  <a:gd name="csX8" fmla="*/ 135255 w 495300"/>
                  <a:gd name="csY8" fmla="*/ 514350 h 514350"/>
                  <a:gd name="csX9" fmla="*/ 360045 w 495300"/>
                  <a:gd name="csY9" fmla="*/ 514350 h 514350"/>
                  <a:gd name="csX10" fmla="*/ 377190 w 495300"/>
                  <a:gd name="csY10" fmla="*/ 503873 h 514350"/>
                  <a:gd name="csX11" fmla="*/ 435292 w 495300"/>
                  <a:gd name="csY11" fmla="*/ 409575 h 514350"/>
                  <a:gd name="csX12" fmla="*/ 478155 w 495300"/>
                  <a:gd name="csY12" fmla="*/ 339090 h 514350"/>
                  <a:gd name="csX13" fmla="*/ 495300 w 495300"/>
                  <a:gd name="csY13" fmla="*/ 253365 h 514350"/>
                  <a:gd name="csX14" fmla="*/ 495300 w 495300"/>
                  <a:gd name="csY14" fmla="*/ 244793 h 514350"/>
                  <a:gd name="csX15" fmla="*/ 247650 w 495300"/>
                  <a:gd name="csY15" fmla="*/ 0 h 514350"/>
                  <a:gd name="csX16" fmla="*/ 438150 w 495300"/>
                  <a:gd name="csY16" fmla="*/ 252413 h 514350"/>
                  <a:gd name="csX17" fmla="*/ 424815 w 495300"/>
                  <a:gd name="csY17" fmla="*/ 319088 h 514350"/>
                  <a:gd name="csX18" fmla="*/ 392430 w 495300"/>
                  <a:gd name="csY18" fmla="*/ 371475 h 514350"/>
                  <a:gd name="csX19" fmla="*/ 337185 w 495300"/>
                  <a:gd name="csY19" fmla="*/ 457200 h 514350"/>
                  <a:gd name="csX20" fmla="*/ 247650 w 495300"/>
                  <a:gd name="csY20" fmla="*/ 457200 h 514350"/>
                  <a:gd name="csX21" fmla="*/ 159068 w 495300"/>
                  <a:gd name="csY21" fmla="*/ 457200 h 514350"/>
                  <a:gd name="csX22" fmla="*/ 103823 w 495300"/>
                  <a:gd name="csY22" fmla="*/ 371475 h 514350"/>
                  <a:gd name="csX23" fmla="*/ 71438 w 495300"/>
                  <a:gd name="csY23" fmla="*/ 319088 h 514350"/>
                  <a:gd name="csX24" fmla="*/ 58103 w 495300"/>
                  <a:gd name="csY24" fmla="*/ 252413 h 514350"/>
                  <a:gd name="csX25" fmla="*/ 58103 w 495300"/>
                  <a:gd name="csY25" fmla="*/ 244793 h 514350"/>
                  <a:gd name="csX26" fmla="*/ 248602 w 495300"/>
                  <a:gd name="csY26" fmla="*/ 56197 h 514350"/>
                  <a:gd name="csX27" fmla="*/ 248602 w 495300"/>
                  <a:gd name="csY27" fmla="*/ 56197 h 514350"/>
                  <a:gd name="csX28" fmla="*/ 248602 w 495300"/>
                  <a:gd name="csY28" fmla="*/ 56197 h 514350"/>
                  <a:gd name="csX29" fmla="*/ 248602 w 495300"/>
                  <a:gd name="csY29" fmla="*/ 56197 h 514350"/>
                  <a:gd name="csX30" fmla="*/ 248602 w 495300"/>
                  <a:gd name="csY30" fmla="*/ 56197 h 514350"/>
                  <a:gd name="csX31" fmla="*/ 248602 w 495300"/>
                  <a:gd name="csY31" fmla="*/ 56197 h 514350"/>
                  <a:gd name="csX32" fmla="*/ 248602 w 495300"/>
                  <a:gd name="csY32" fmla="*/ 56197 h 514350"/>
                  <a:gd name="csX33" fmla="*/ 439103 w 495300"/>
                  <a:gd name="csY33" fmla="*/ 244793 h 514350"/>
                  <a:gd name="csX34" fmla="*/ 439103 w 495300"/>
                  <a:gd name="csY34" fmla="*/ 252413 h 514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95300" h="514350">
                    <a:moveTo>
                      <a:pt x="247650" y="0"/>
                    </a:moveTo>
                    <a:cubicBezTo>
                      <a:pt x="247650" y="0"/>
                      <a:pt x="247650" y="0"/>
                      <a:pt x="247650" y="0"/>
                    </a:cubicBezTo>
                    <a:cubicBezTo>
                      <a:pt x="247650" y="0"/>
                      <a:pt x="247650" y="0"/>
                      <a:pt x="247650" y="0"/>
                    </a:cubicBezTo>
                    <a:cubicBezTo>
                      <a:pt x="112395" y="952"/>
                      <a:pt x="2857" y="109538"/>
                      <a:pt x="0" y="244793"/>
                    </a:cubicBezTo>
                    <a:lnTo>
                      <a:pt x="0" y="253365"/>
                    </a:lnTo>
                    <a:cubicBezTo>
                      <a:pt x="953" y="282893"/>
                      <a:pt x="6668" y="311468"/>
                      <a:pt x="17145" y="339090"/>
                    </a:cubicBezTo>
                    <a:cubicBezTo>
                      <a:pt x="27622" y="364808"/>
                      <a:pt x="41910" y="388620"/>
                      <a:pt x="60007" y="409575"/>
                    </a:cubicBezTo>
                    <a:cubicBezTo>
                      <a:pt x="82868" y="434340"/>
                      <a:pt x="107632" y="482918"/>
                      <a:pt x="118110" y="503873"/>
                    </a:cubicBezTo>
                    <a:cubicBezTo>
                      <a:pt x="120968" y="510540"/>
                      <a:pt x="127635" y="514350"/>
                      <a:pt x="135255" y="514350"/>
                    </a:cubicBezTo>
                    <a:lnTo>
                      <a:pt x="360045" y="514350"/>
                    </a:lnTo>
                    <a:cubicBezTo>
                      <a:pt x="367665" y="514350"/>
                      <a:pt x="374333" y="510540"/>
                      <a:pt x="377190" y="503873"/>
                    </a:cubicBezTo>
                    <a:cubicBezTo>
                      <a:pt x="387668" y="482918"/>
                      <a:pt x="412433" y="434340"/>
                      <a:pt x="435292" y="409575"/>
                    </a:cubicBezTo>
                    <a:cubicBezTo>
                      <a:pt x="453390" y="388620"/>
                      <a:pt x="468630" y="364808"/>
                      <a:pt x="478155" y="339090"/>
                    </a:cubicBezTo>
                    <a:cubicBezTo>
                      <a:pt x="488633" y="311468"/>
                      <a:pt x="494348" y="282893"/>
                      <a:pt x="495300" y="253365"/>
                    </a:cubicBezTo>
                    <a:lnTo>
                      <a:pt x="495300" y="244793"/>
                    </a:lnTo>
                    <a:cubicBezTo>
                      <a:pt x="492442" y="109538"/>
                      <a:pt x="382905" y="952"/>
                      <a:pt x="247650" y="0"/>
                    </a:cubicBezTo>
                    <a:close/>
                    <a:moveTo>
                      <a:pt x="438150" y="252413"/>
                    </a:moveTo>
                    <a:cubicBezTo>
                      <a:pt x="437198" y="275273"/>
                      <a:pt x="432435" y="298133"/>
                      <a:pt x="424815" y="319088"/>
                    </a:cubicBezTo>
                    <a:cubicBezTo>
                      <a:pt x="417195" y="338138"/>
                      <a:pt x="406717" y="356235"/>
                      <a:pt x="392430" y="371475"/>
                    </a:cubicBezTo>
                    <a:cubicBezTo>
                      <a:pt x="370523" y="398145"/>
                      <a:pt x="351473" y="426720"/>
                      <a:pt x="337185" y="457200"/>
                    </a:cubicBezTo>
                    <a:lnTo>
                      <a:pt x="247650" y="457200"/>
                    </a:lnTo>
                    <a:lnTo>
                      <a:pt x="159068" y="457200"/>
                    </a:lnTo>
                    <a:cubicBezTo>
                      <a:pt x="143827" y="426720"/>
                      <a:pt x="124777" y="398145"/>
                      <a:pt x="103823" y="371475"/>
                    </a:cubicBezTo>
                    <a:cubicBezTo>
                      <a:pt x="90488" y="356235"/>
                      <a:pt x="79057" y="338138"/>
                      <a:pt x="71438" y="319088"/>
                    </a:cubicBezTo>
                    <a:cubicBezTo>
                      <a:pt x="62865" y="298133"/>
                      <a:pt x="59055" y="275273"/>
                      <a:pt x="58103" y="252413"/>
                    </a:cubicBezTo>
                    <a:lnTo>
                      <a:pt x="58103" y="244793"/>
                    </a:lnTo>
                    <a:cubicBezTo>
                      <a:pt x="60007" y="140970"/>
                      <a:pt x="144780" y="57150"/>
                      <a:pt x="248602" y="56197"/>
                    </a:cubicBezTo>
                    <a:lnTo>
                      <a:pt x="248602" y="56197"/>
                    </a:lnTo>
                    <a:lnTo>
                      <a:pt x="248602" y="56197"/>
                    </a:lnTo>
                    <a:cubicBezTo>
                      <a:pt x="248602" y="56197"/>
                      <a:pt x="248602" y="56197"/>
                      <a:pt x="248602" y="56197"/>
                    </a:cubicBezTo>
                    <a:cubicBezTo>
                      <a:pt x="248602" y="56197"/>
                      <a:pt x="248602" y="56197"/>
                      <a:pt x="248602" y="56197"/>
                    </a:cubicBezTo>
                    <a:lnTo>
                      <a:pt x="248602" y="56197"/>
                    </a:lnTo>
                    <a:lnTo>
                      <a:pt x="248602" y="56197"/>
                    </a:lnTo>
                    <a:cubicBezTo>
                      <a:pt x="352425" y="57150"/>
                      <a:pt x="437198" y="140018"/>
                      <a:pt x="439103" y="244793"/>
                    </a:cubicBezTo>
                    <a:lnTo>
                      <a:pt x="439103" y="252413"/>
                    </a:lnTo>
                    <a:close/>
                  </a:path>
                </a:pathLst>
              </a:custGeom>
              <a:solidFill>
                <a:srgbClr val="000000"/>
              </a:solidFill>
              <a:ln w="9525" cap="flat">
                <a:noFill/>
                <a:prstDash val="solid"/>
                <a:miter/>
              </a:ln>
            </p:spPr>
            <p:txBody>
              <a:bodyPr/>
              <a:lstStyle/>
              <a:p>
                <a:endParaRPr lang="en-IN"/>
              </a:p>
            </p:txBody>
          </p:sp>
        </p:grpSp>
      </p:grpSp>
      <p:sp>
        <p:nvSpPr>
          <p:cNvPr id="2" name="TextBox 1">
            <a:extLst>
              <a:ext uri="{FF2B5EF4-FFF2-40B4-BE49-F238E27FC236}">
                <a16:creationId xmlns:a16="http://schemas.microsoft.com/office/drawing/2014/main" id="{7DAC92F6-C665-BD99-6DB1-619121416A1B}"/>
              </a:ext>
            </a:extLst>
          </p:cNvPr>
          <p:cNvSpPr txBox="1"/>
          <p:nvPr/>
        </p:nvSpPr>
        <p:spPr>
          <a:xfrm>
            <a:off x="4277613" y="3329069"/>
            <a:ext cx="617764" cy="523220"/>
          </a:xfrm>
          <a:prstGeom prst="rect">
            <a:avLst/>
          </a:prstGeom>
          <a:noFill/>
        </p:spPr>
        <p:txBody>
          <a:bodyPr wrap="square" rtlCol="0">
            <a:spAutoFit/>
          </a:bodyPr>
          <a:lstStyle/>
          <a:p>
            <a:r>
              <a:rPr lang="en-IN" sz="2800" b="1" dirty="0"/>
              <a:t>h</a:t>
            </a:r>
          </a:p>
        </p:txBody>
      </p:sp>
    </p:spTree>
    <p:extLst>
      <p:ext uri="{BB962C8B-B14F-4D97-AF65-F5344CB8AC3E}">
        <p14:creationId xmlns:p14="http://schemas.microsoft.com/office/powerpoint/2010/main" val="478316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7D0AB2-0232-3A3C-331C-43420F2AF8ED}"/>
              </a:ext>
            </a:extLst>
          </p:cNvPr>
          <p:cNvGrpSpPr/>
          <p:nvPr/>
        </p:nvGrpSpPr>
        <p:grpSpPr>
          <a:xfrm>
            <a:off x="-302260" y="353998"/>
            <a:ext cx="10457180" cy="6431280"/>
            <a:chOff x="-302260" y="353998"/>
            <a:chExt cx="10457180" cy="6431280"/>
          </a:xfrm>
        </p:grpSpPr>
        <p:sp>
          <p:nvSpPr>
            <p:cNvPr id="26" name="Rectangle: Rounded Corners 25">
              <a:extLst>
                <a:ext uri="{FF2B5EF4-FFF2-40B4-BE49-F238E27FC236}">
                  <a16:creationId xmlns:a16="http://schemas.microsoft.com/office/drawing/2014/main" id="{616397CE-6071-8B04-034B-8AA460CC54AC}"/>
                </a:ext>
              </a:extLst>
            </p:cNvPr>
            <p:cNvSpPr/>
            <p:nvPr/>
          </p:nvSpPr>
          <p:spPr>
            <a:xfrm>
              <a:off x="-132080" y="353998"/>
              <a:ext cx="10078720" cy="6431280"/>
            </a:xfrm>
            <a:prstGeom prst="roundRect">
              <a:avLst/>
            </a:prstGeom>
            <a:solidFill>
              <a:srgbClr val="000000">
                <a:alpha val="6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72EFB90E-4912-C644-5B63-1A444B7CBF83}"/>
                </a:ext>
              </a:extLst>
            </p:cNvPr>
            <p:cNvSpPr txBox="1"/>
            <p:nvPr/>
          </p:nvSpPr>
          <p:spPr>
            <a:xfrm>
              <a:off x="0" y="704716"/>
              <a:ext cx="4586796" cy="646331"/>
            </a:xfrm>
            <a:prstGeom prst="rect">
              <a:avLst/>
            </a:prstGeom>
            <a:noFill/>
          </p:spPr>
          <p:txBody>
            <a:bodyPr wrap="square" rtlCol="0">
              <a:spAutoFit/>
            </a:bodyPr>
            <a:lstStyle/>
            <a:p>
              <a:endParaRPr lang="en-IN" sz="3600" b="1" dirty="0">
                <a:solidFill>
                  <a:srgbClr val="FFFFFF"/>
                </a:solidFill>
                <a:latin typeface="Arial Black" panose="020B0A04020102020204" pitchFamily="34" charset="0"/>
              </a:endParaRPr>
            </a:p>
          </p:txBody>
        </p:sp>
        <p:sp>
          <p:nvSpPr>
            <p:cNvPr id="6" name="TextBox 5">
              <a:extLst>
                <a:ext uri="{FF2B5EF4-FFF2-40B4-BE49-F238E27FC236}">
                  <a16:creationId xmlns:a16="http://schemas.microsoft.com/office/drawing/2014/main" id="{6766AE24-4C11-AC1C-079A-212D80855A39}"/>
                </a:ext>
              </a:extLst>
            </p:cNvPr>
            <p:cNvSpPr txBox="1"/>
            <p:nvPr/>
          </p:nvSpPr>
          <p:spPr>
            <a:xfrm>
              <a:off x="0" y="1361998"/>
              <a:ext cx="3499676" cy="461665"/>
            </a:xfrm>
            <a:prstGeom prst="rect">
              <a:avLst/>
            </a:prstGeom>
            <a:noFill/>
          </p:spPr>
          <p:txBody>
            <a:bodyPr wrap="none" rtlCol="0">
              <a:spAutoFit/>
            </a:bodyPr>
            <a:lstStyle/>
            <a:p>
              <a:r>
                <a:rPr lang="en-IN" sz="2400" b="1" i="1" dirty="0">
                  <a:solidFill>
                    <a:schemeClr val="accent4"/>
                  </a:solidFill>
                  <a:latin typeface="Forte" panose="03060902040502070203" pitchFamily="66" charset="0"/>
                </a:rPr>
                <a:t>Why Does Waste Matter?</a:t>
              </a:r>
            </a:p>
          </p:txBody>
        </p:sp>
        <p:sp>
          <p:nvSpPr>
            <p:cNvPr id="7" name="TextBox 6">
              <a:extLst>
                <a:ext uri="{FF2B5EF4-FFF2-40B4-BE49-F238E27FC236}">
                  <a16:creationId xmlns:a16="http://schemas.microsoft.com/office/drawing/2014/main" id="{567E4991-3E88-92D2-5D6E-F12840973936}"/>
                </a:ext>
              </a:extLst>
            </p:cNvPr>
            <p:cNvSpPr txBox="1"/>
            <p:nvPr/>
          </p:nvSpPr>
          <p:spPr>
            <a:xfrm>
              <a:off x="177800" y="2045198"/>
              <a:ext cx="8564880" cy="1754326"/>
            </a:xfrm>
            <a:prstGeom prst="rect">
              <a:avLst/>
            </a:prstGeom>
            <a:noFill/>
          </p:spPr>
          <p:txBody>
            <a:bodyPr wrap="square" rtlCol="0">
              <a:spAutoFit/>
            </a:bodyPr>
            <a:lstStyle/>
            <a:p>
              <a:r>
                <a:rPr lang="en-US" dirty="0">
                  <a:solidFill>
                    <a:srgbClr val="FCF6DC"/>
                  </a:solidFill>
                </a:rPr>
                <a:t>We consume natural resources and produce waste every day of our lives. In fact, each year, nations generate over 2 billion tons of waste worldwide. This number is expected to soar to 3.4 billion tons by 2050. In India, over 62 million tons of waste is generated every year and by 2047, it is expected that 1,400 sq km of landfill area would be required for dumping India's increasing volumes of municipal solid waste; this space is roughly equal to the combined area of three out of the top five most populous cities in Odisha.</a:t>
              </a:r>
              <a:endParaRPr lang="en-IN" dirty="0">
                <a:solidFill>
                  <a:srgbClr val="FCF6DC"/>
                </a:solidFill>
              </a:endParaRPr>
            </a:p>
          </p:txBody>
        </p:sp>
        <p:sp>
          <p:nvSpPr>
            <p:cNvPr id="8" name="TextBox 7">
              <a:extLst>
                <a:ext uri="{FF2B5EF4-FFF2-40B4-BE49-F238E27FC236}">
                  <a16:creationId xmlns:a16="http://schemas.microsoft.com/office/drawing/2014/main" id="{09B046E3-F8F7-4B53-AC49-F84B2B20573C}"/>
                </a:ext>
              </a:extLst>
            </p:cNvPr>
            <p:cNvSpPr txBox="1"/>
            <p:nvPr/>
          </p:nvSpPr>
          <p:spPr>
            <a:xfrm>
              <a:off x="177800" y="3918679"/>
              <a:ext cx="9977120" cy="2585323"/>
            </a:xfrm>
            <a:prstGeom prst="rect">
              <a:avLst/>
            </a:prstGeom>
            <a:noFill/>
          </p:spPr>
          <p:txBody>
            <a:bodyPr wrap="square" rtlCol="0">
              <a:spAutoFit/>
            </a:bodyPr>
            <a:lstStyle/>
            <a:p>
              <a:r>
                <a:rPr lang="en-US" dirty="0">
                  <a:solidFill>
                    <a:srgbClr val="FCF6DC"/>
                  </a:solidFill>
                </a:rPr>
                <a:t>Our overall lack of understanding of how to use and manage resources has us regarding waste as something to be thrown away and not as a resource. Perhaps we have never asked "Where do all the materials that make up our waste come from?", "What happens to waste when we throw it away?" or "Where is this 'away', anyway?“</a:t>
              </a:r>
            </a:p>
            <a:p>
              <a:endParaRPr lang="en-US" dirty="0"/>
            </a:p>
            <a:p>
              <a:r>
                <a:rPr lang="en-US" dirty="0">
                  <a:solidFill>
                    <a:srgbClr val="FCF6DC"/>
                  </a:solidFill>
                </a:rPr>
                <a:t>This lack of understanding of waste has had disastrous effects on the environment. Answering these questions will help us realize that learning about waste is more than just understanding how to manage it. Rather, it is essential that we tackle the waste problem at its source and reduce the amount we produce in the first place.</a:t>
              </a:r>
              <a:endParaRPr lang="en-IN" dirty="0">
                <a:solidFill>
                  <a:srgbClr val="FCF6DC"/>
                </a:solidFill>
              </a:endParaRPr>
            </a:p>
          </p:txBody>
        </p:sp>
        <p:pic>
          <p:nvPicPr>
            <p:cNvPr id="10" name="Graphic 9" descr="Line arrow Slight curve">
              <a:extLst>
                <a:ext uri="{FF2B5EF4-FFF2-40B4-BE49-F238E27FC236}">
                  <a16:creationId xmlns:a16="http://schemas.microsoft.com/office/drawing/2014/main" id="{F4C6B2B7-A9CF-E368-3791-15E5C05DB3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260" y="1972593"/>
              <a:ext cx="543560" cy="543560"/>
            </a:xfrm>
            <a:prstGeom prst="rect">
              <a:avLst/>
            </a:prstGeom>
          </p:spPr>
        </p:pic>
        <p:pic>
          <p:nvPicPr>
            <p:cNvPr id="11" name="Graphic 10" descr="Line arrow Slight curve">
              <a:extLst>
                <a:ext uri="{FF2B5EF4-FFF2-40B4-BE49-F238E27FC236}">
                  <a16:creationId xmlns:a16="http://schemas.microsoft.com/office/drawing/2014/main" id="{C49C7F58-6D4D-F353-3803-EE9827A4BF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50" y="3839242"/>
              <a:ext cx="543560" cy="543560"/>
            </a:xfrm>
            <a:prstGeom prst="rect">
              <a:avLst/>
            </a:prstGeom>
          </p:spPr>
        </p:pic>
        <p:pic>
          <p:nvPicPr>
            <p:cNvPr id="12" name="Graphic 11" descr="Line arrow Slight curve">
              <a:extLst>
                <a:ext uri="{FF2B5EF4-FFF2-40B4-BE49-F238E27FC236}">
                  <a16:creationId xmlns:a16="http://schemas.microsoft.com/office/drawing/2014/main" id="{8B3A1684-2F5D-E9CF-AE32-D7A400C19C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1780" y="5224222"/>
              <a:ext cx="543560" cy="543560"/>
            </a:xfrm>
            <a:prstGeom prst="rect">
              <a:avLst/>
            </a:prstGeom>
          </p:spPr>
        </p:pic>
      </p:grpSp>
      <p:sp>
        <p:nvSpPr>
          <p:cNvPr id="33" name="Hexagon 32">
            <a:extLst>
              <a:ext uri="{FF2B5EF4-FFF2-40B4-BE49-F238E27FC236}">
                <a16:creationId xmlns:a16="http://schemas.microsoft.com/office/drawing/2014/main" id="{B5C08B2D-74B1-CAB3-99B6-F0548FE13A3A}"/>
              </a:ext>
            </a:extLst>
          </p:cNvPr>
          <p:cNvSpPr/>
          <p:nvPr/>
        </p:nvSpPr>
        <p:spPr>
          <a:xfrm rot="16200000">
            <a:off x="10655299" y="6018735"/>
            <a:ext cx="2230120" cy="1922517"/>
          </a:xfrm>
          <a:prstGeom prst="hexag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6" name="Group 35">
            <a:extLst>
              <a:ext uri="{FF2B5EF4-FFF2-40B4-BE49-F238E27FC236}">
                <a16:creationId xmlns:a16="http://schemas.microsoft.com/office/drawing/2014/main" id="{31AABEA6-F384-A9E2-D754-CDF01F146746}"/>
              </a:ext>
            </a:extLst>
          </p:cNvPr>
          <p:cNvGrpSpPr/>
          <p:nvPr/>
        </p:nvGrpSpPr>
        <p:grpSpPr>
          <a:xfrm>
            <a:off x="6240207" y="561044"/>
            <a:ext cx="566243" cy="819608"/>
            <a:chOff x="4374763" y="3784748"/>
            <a:chExt cx="566243" cy="819608"/>
          </a:xfrm>
        </p:grpSpPr>
        <p:sp>
          <p:nvSpPr>
            <p:cNvPr id="38" name="Freeform: Shape 37">
              <a:extLst>
                <a:ext uri="{FF2B5EF4-FFF2-40B4-BE49-F238E27FC236}">
                  <a16:creationId xmlns:a16="http://schemas.microsoft.com/office/drawing/2014/main" id="{99E3D63D-4EEB-8B65-0D84-E205ED68F76C}"/>
                </a:ext>
              </a:extLst>
            </p:cNvPr>
            <p:cNvSpPr/>
            <p:nvPr/>
          </p:nvSpPr>
          <p:spPr>
            <a:xfrm>
              <a:off x="4494778" y="3784748"/>
              <a:ext cx="80009" cy="80009"/>
            </a:xfrm>
            <a:custGeom>
              <a:avLst/>
              <a:gdLst>
                <a:gd name="csX0" fmla="*/ 40005 w 80009"/>
                <a:gd name="csY0" fmla="*/ 0 h 80009"/>
                <a:gd name="csX1" fmla="*/ 0 w 80009"/>
                <a:gd name="csY1" fmla="*/ 40005 h 80009"/>
                <a:gd name="csX2" fmla="*/ 40005 w 80009"/>
                <a:gd name="csY2" fmla="*/ 80010 h 80009"/>
                <a:gd name="csX3" fmla="*/ 80010 w 80009"/>
                <a:gd name="csY3" fmla="*/ 40005 h 80009"/>
                <a:gd name="csX4" fmla="*/ 40005 w 80009"/>
                <a:gd name="csY4" fmla="*/ 0 h 80009"/>
              </a:gdLst>
              <a:ahLst/>
              <a:cxnLst>
                <a:cxn ang="0">
                  <a:pos x="csX0" y="csY0"/>
                </a:cxn>
                <a:cxn ang="0">
                  <a:pos x="csX1" y="csY1"/>
                </a:cxn>
                <a:cxn ang="0">
                  <a:pos x="csX2" y="csY2"/>
                </a:cxn>
                <a:cxn ang="0">
                  <a:pos x="csX3" y="csY3"/>
                </a:cxn>
                <a:cxn ang="0">
                  <a:pos x="csX4" y="csY4"/>
                </a:cxn>
              </a:cxnLst>
              <a:rect l="l" t="t" r="r" b="b"/>
              <a:pathLst>
                <a:path w="80009" h="80009">
                  <a:moveTo>
                    <a:pt x="40005" y="0"/>
                  </a:moveTo>
                  <a:cubicBezTo>
                    <a:pt x="18097" y="0"/>
                    <a:pt x="0" y="18097"/>
                    <a:pt x="0" y="40005"/>
                  </a:cubicBezTo>
                  <a:cubicBezTo>
                    <a:pt x="0" y="61913"/>
                    <a:pt x="18097" y="80010"/>
                    <a:pt x="40005" y="80010"/>
                  </a:cubicBezTo>
                  <a:cubicBezTo>
                    <a:pt x="61913" y="80010"/>
                    <a:pt x="80010" y="61913"/>
                    <a:pt x="80010" y="40005"/>
                  </a:cubicBezTo>
                  <a:cubicBezTo>
                    <a:pt x="80010" y="18097"/>
                    <a:pt x="61913" y="0"/>
                    <a:pt x="40005" y="0"/>
                  </a:cubicBezTo>
                  <a:close/>
                </a:path>
              </a:pathLst>
            </a:custGeom>
            <a:solidFill>
              <a:srgbClr val="000000"/>
            </a:solidFill>
            <a:ln w="9525" cap="flat">
              <a:noFill/>
              <a:prstDash val="solid"/>
              <a:miter/>
            </a:ln>
          </p:spPr>
          <p:txBody>
            <a:bodyPr/>
            <a:lstStyle/>
            <a:p>
              <a:endParaRPr lang="en-IN"/>
            </a:p>
          </p:txBody>
        </p:sp>
        <p:sp>
          <p:nvSpPr>
            <p:cNvPr id="39" name="Oval 38">
              <a:extLst>
                <a:ext uri="{FF2B5EF4-FFF2-40B4-BE49-F238E27FC236}">
                  <a16:creationId xmlns:a16="http://schemas.microsoft.com/office/drawing/2014/main" id="{EB0F421F-0D28-5999-BBD5-290E83FD9B9D}"/>
                </a:ext>
              </a:extLst>
            </p:cNvPr>
            <p:cNvSpPr/>
            <p:nvPr/>
          </p:nvSpPr>
          <p:spPr>
            <a:xfrm>
              <a:off x="4374763" y="3978106"/>
              <a:ext cx="80010" cy="80010"/>
            </a:xfrm>
            <a:prstGeom prst="ellipse">
              <a:avLst/>
            </a:prstGeom>
            <a:solidFill>
              <a:srgbClr val="000000"/>
            </a:solidFill>
            <a:ln w="9525" cap="flat">
              <a:noFill/>
              <a:prstDash val="solid"/>
              <a:miter/>
            </a:ln>
          </p:spPr>
          <p:txBody>
            <a:bodyPr/>
            <a:lstStyle/>
            <a:p>
              <a:endParaRPr lang="en-IN"/>
            </a:p>
          </p:txBody>
        </p:sp>
        <p:sp>
          <p:nvSpPr>
            <p:cNvPr id="40" name="Freeform: Shape 39">
              <a:extLst>
                <a:ext uri="{FF2B5EF4-FFF2-40B4-BE49-F238E27FC236}">
                  <a16:creationId xmlns:a16="http://schemas.microsoft.com/office/drawing/2014/main" id="{24C0E5A6-CFB7-4D8C-2037-E991DA96CBA2}"/>
                </a:ext>
              </a:extLst>
            </p:cNvPr>
            <p:cNvSpPr/>
            <p:nvPr/>
          </p:nvSpPr>
          <p:spPr>
            <a:xfrm>
              <a:off x="4569531" y="435670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41" name="Freeform: Shape 40">
              <a:extLst>
                <a:ext uri="{FF2B5EF4-FFF2-40B4-BE49-F238E27FC236}">
                  <a16:creationId xmlns:a16="http://schemas.microsoft.com/office/drawing/2014/main" id="{C2A2DFDB-8D26-2FF3-CF5B-547FB571E227}"/>
                </a:ext>
              </a:extLst>
            </p:cNvPr>
            <p:cNvSpPr/>
            <p:nvPr/>
          </p:nvSpPr>
          <p:spPr>
            <a:xfrm>
              <a:off x="4569531" y="445195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42" name="Freeform: Shape 41">
              <a:extLst>
                <a:ext uri="{FF2B5EF4-FFF2-40B4-BE49-F238E27FC236}">
                  <a16:creationId xmlns:a16="http://schemas.microsoft.com/office/drawing/2014/main" id="{E0A693D7-2540-009B-7217-EF5FBB8A7D9F}"/>
                </a:ext>
              </a:extLst>
            </p:cNvPr>
            <p:cNvSpPr/>
            <p:nvPr/>
          </p:nvSpPr>
          <p:spPr>
            <a:xfrm>
              <a:off x="4631443" y="4547206"/>
              <a:ext cx="123825" cy="57150"/>
            </a:xfrm>
            <a:custGeom>
              <a:avLst/>
              <a:gdLst>
                <a:gd name="csX0" fmla="*/ 0 w 123825"/>
                <a:gd name="csY0" fmla="*/ 0 h 57150"/>
                <a:gd name="csX1" fmla="*/ 61913 w 123825"/>
                <a:gd name="csY1" fmla="*/ 57150 h 57150"/>
                <a:gd name="csX2" fmla="*/ 123825 w 123825"/>
                <a:gd name="csY2" fmla="*/ 0 h 57150"/>
                <a:gd name="csX3" fmla="*/ 0 w 123825"/>
                <a:gd name="csY3" fmla="*/ 0 h 57150"/>
              </a:gdLst>
              <a:ahLst/>
              <a:cxnLst>
                <a:cxn ang="0">
                  <a:pos x="csX0" y="csY0"/>
                </a:cxn>
                <a:cxn ang="0">
                  <a:pos x="csX1" y="csY1"/>
                </a:cxn>
                <a:cxn ang="0">
                  <a:pos x="csX2" y="csY2"/>
                </a:cxn>
                <a:cxn ang="0">
                  <a:pos x="csX3" y="csY3"/>
                </a:cxn>
              </a:cxnLst>
              <a:rect l="l" t="t" r="r" b="b"/>
              <a:pathLst>
                <a:path w="123825" h="57150">
                  <a:moveTo>
                    <a:pt x="0" y="0"/>
                  </a:moveTo>
                  <a:cubicBezTo>
                    <a:pt x="2857" y="32385"/>
                    <a:pt x="29527" y="57150"/>
                    <a:pt x="61913" y="57150"/>
                  </a:cubicBezTo>
                  <a:cubicBezTo>
                    <a:pt x="94298" y="57150"/>
                    <a:pt x="120968" y="32385"/>
                    <a:pt x="123825" y="0"/>
                  </a:cubicBezTo>
                  <a:lnTo>
                    <a:pt x="0" y="0"/>
                  </a:lnTo>
                  <a:close/>
                </a:path>
              </a:pathLst>
            </a:custGeom>
            <a:solidFill>
              <a:srgbClr val="000000"/>
            </a:solidFill>
            <a:ln w="9525" cap="flat">
              <a:noFill/>
              <a:prstDash val="solid"/>
              <a:miter/>
            </a:ln>
          </p:spPr>
          <p:txBody>
            <a:bodyPr/>
            <a:lstStyle/>
            <a:p>
              <a:endParaRPr lang="en-IN"/>
            </a:p>
          </p:txBody>
        </p:sp>
        <p:sp>
          <p:nvSpPr>
            <p:cNvPr id="43" name="Freeform: Shape 42">
              <a:extLst>
                <a:ext uri="{FF2B5EF4-FFF2-40B4-BE49-F238E27FC236}">
                  <a16:creationId xmlns:a16="http://schemas.microsoft.com/office/drawing/2014/main" id="{54295D36-45A2-863E-049F-48B473079F13}"/>
                </a:ext>
              </a:extLst>
            </p:cNvPr>
            <p:cNvSpPr/>
            <p:nvPr/>
          </p:nvSpPr>
          <p:spPr>
            <a:xfrm>
              <a:off x="4445706" y="3804256"/>
              <a:ext cx="495300" cy="514350"/>
            </a:xfrm>
            <a:custGeom>
              <a:avLst/>
              <a:gdLst>
                <a:gd name="csX0" fmla="*/ 247650 w 495300"/>
                <a:gd name="csY0" fmla="*/ 0 h 514350"/>
                <a:gd name="csX1" fmla="*/ 247650 w 495300"/>
                <a:gd name="csY1" fmla="*/ 0 h 514350"/>
                <a:gd name="csX2" fmla="*/ 247650 w 495300"/>
                <a:gd name="csY2" fmla="*/ 0 h 514350"/>
                <a:gd name="csX3" fmla="*/ 0 w 495300"/>
                <a:gd name="csY3" fmla="*/ 244793 h 514350"/>
                <a:gd name="csX4" fmla="*/ 0 w 495300"/>
                <a:gd name="csY4" fmla="*/ 253365 h 514350"/>
                <a:gd name="csX5" fmla="*/ 17145 w 495300"/>
                <a:gd name="csY5" fmla="*/ 339090 h 514350"/>
                <a:gd name="csX6" fmla="*/ 60007 w 495300"/>
                <a:gd name="csY6" fmla="*/ 409575 h 514350"/>
                <a:gd name="csX7" fmla="*/ 118110 w 495300"/>
                <a:gd name="csY7" fmla="*/ 503873 h 514350"/>
                <a:gd name="csX8" fmla="*/ 135255 w 495300"/>
                <a:gd name="csY8" fmla="*/ 514350 h 514350"/>
                <a:gd name="csX9" fmla="*/ 360045 w 495300"/>
                <a:gd name="csY9" fmla="*/ 514350 h 514350"/>
                <a:gd name="csX10" fmla="*/ 377190 w 495300"/>
                <a:gd name="csY10" fmla="*/ 503873 h 514350"/>
                <a:gd name="csX11" fmla="*/ 435292 w 495300"/>
                <a:gd name="csY11" fmla="*/ 409575 h 514350"/>
                <a:gd name="csX12" fmla="*/ 478155 w 495300"/>
                <a:gd name="csY12" fmla="*/ 339090 h 514350"/>
                <a:gd name="csX13" fmla="*/ 495300 w 495300"/>
                <a:gd name="csY13" fmla="*/ 253365 h 514350"/>
                <a:gd name="csX14" fmla="*/ 495300 w 495300"/>
                <a:gd name="csY14" fmla="*/ 244793 h 514350"/>
                <a:gd name="csX15" fmla="*/ 247650 w 495300"/>
                <a:gd name="csY15" fmla="*/ 0 h 514350"/>
                <a:gd name="csX16" fmla="*/ 438150 w 495300"/>
                <a:gd name="csY16" fmla="*/ 252413 h 514350"/>
                <a:gd name="csX17" fmla="*/ 424815 w 495300"/>
                <a:gd name="csY17" fmla="*/ 319088 h 514350"/>
                <a:gd name="csX18" fmla="*/ 392430 w 495300"/>
                <a:gd name="csY18" fmla="*/ 371475 h 514350"/>
                <a:gd name="csX19" fmla="*/ 337185 w 495300"/>
                <a:gd name="csY19" fmla="*/ 457200 h 514350"/>
                <a:gd name="csX20" fmla="*/ 247650 w 495300"/>
                <a:gd name="csY20" fmla="*/ 457200 h 514350"/>
                <a:gd name="csX21" fmla="*/ 159068 w 495300"/>
                <a:gd name="csY21" fmla="*/ 457200 h 514350"/>
                <a:gd name="csX22" fmla="*/ 103823 w 495300"/>
                <a:gd name="csY22" fmla="*/ 371475 h 514350"/>
                <a:gd name="csX23" fmla="*/ 71438 w 495300"/>
                <a:gd name="csY23" fmla="*/ 319088 h 514350"/>
                <a:gd name="csX24" fmla="*/ 58103 w 495300"/>
                <a:gd name="csY24" fmla="*/ 252413 h 514350"/>
                <a:gd name="csX25" fmla="*/ 58103 w 495300"/>
                <a:gd name="csY25" fmla="*/ 244793 h 514350"/>
                <a:gd name="csX26" fmla="*/ 248602 w 495300"/>
                <a:gd name="csY26" fmla="*/ 56197 h 514350"/>
                <a:gd name="csX27" fmla="*/ 248602 w 495300"/>
                <a:gd name="csY27" fmla="*/ 56197 h 514350"/>
                <a:gd name="csX28" fmla="*/ 248602 w 495300"/>
                <a:gd name="csY28" fmla="*/ 56197 h 514350"/>
                <a:gd name="csX29" fmla="*/ 248602 w 495300"/>
                <a:gd name="csY29" fmla="*/ 56197 h 514350"/>
                <a:gd name="csX30" fmla="*/ 248602 w 495300"/>
                <a:gd name="csY30" fmla="*/ 56197 h 514350"/>
                <a:gd name="csX31" fmla="*/ 248602 w 495300"/>
                <a:gd name="csY31" fmla="*/ 56197 h 514350"/>
                <a:gd name="csX32" fmla="*/ 248602 w 495300"/>
                <a:gd name="csY32" fmla="*/ 56197 h 514350"/>
                <a:gd name="csX33" fmla="*/ 439103 w 495300"/>
                <a:gd name="csY33" fmla="*/ 244793 h 514350"/>
                <a:gd name="csX34" fmla="*/ 439103 w 495300"/>
                <a:gd name="csY34" fmla="*/ 252413 h 514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95300" h="514350">
                  <a:moveTo>
                    <a:pt x="247650" y="0"/>
                  </a:moveTo>
                  <a:cubicBezTo>
                    <a:pt x="247650" y="0"/>
                    <a:pt x="247650" y="0"/>
                    <a:pt x="247650" y="0"/>
                  </a:cubicBezTo>
                  <a:cubicBezTo>
                    <a:pt x="247650" y="0"/>
                    <a:pt x="247650" y="0"/>
                    <a:pt x="247650" y="0"/>
                  </a:cubicBezTo>
                  <a:cubicBezTo>
                    <a:pt x="112395" y="952"/>
                    <a:pt x="2857" y="109538"/>
                    <a:pt x="0" y="244793"/>
                  </a:cubicBezTo>
                  <a:lnTo>
                    <a:pt x="0" y="253365"/>
                  </a:lnTo>
                  <a:cubicBezTo>
                    <a:pt x="953" y="282893"/>
                    <a:pt x="6668" y="311468"/>
                    <a:pt x="17145" y="339090"/>
                  </a:cubicBezTo>
                  <a:cubicBezTo>
                    <a:pt x="27622" y="364808"/>
                    <a:pt x="41910" y="388620"/>
                    <a:pt x="60007" y="409575"/>
                  </a:cubicBezTo>
                  <a:cubicBezTo>
                    <a:pt x="82868" y="434340"/>
                    <a:pt x="107632" y="482918"/>
                    <a:pt x="118110" y="503873"/>
                  </a:cubicBezTo>
                  <a:cubicBezTo>
                    <a:pt x="120968" y="510540"/>
                    <a:pt x="127635" y="514350"/>
                    <a:pt x="135255" y="514350"/>
                  </a:cubicBezTo>
                  <a:lnTo>
                    <a:pt x="360045" y="514350"/>
                  </a:lnTo>
                  <a:cubicBezTo>
                    <a:pt x="367665" y="514350"/>
                    <a:pt x="374333" y="510540"/>
                    <a:pt x="377190" y="503873"/>
                  </a:cubicBezTo>
                  <a:cubicBezTo>
                    <a:pt x="387668" y="482918"/>
                    <a:pt x="412433" y="434340"/>
                    <a:pt x="435292" y="409575"/>
                  </a:cubicBezTo>
                  <a:cubicBezTo>
                    <a:pt x="453390" y="388620"/>
                    <a:pt x="468630" y="364808"/>
                    <a:pt x="478155" y="339090"/>
                  </a:cubicBezTo>
                  <a:cubicBezTo>
                    <a:pt x="488633" y="311468"/>
                    <a:pt x="494348" y="282893"/>
                    <a:pt x="495300" y="253365"/>
                  </a:cubicBezTo>
                  <a:lnTo>
                    <a:pt x="495300" y="244793"/>
                  </a:lnTo>
                  <a:cubicBezTo>
                    <a:pt x="492442" y="109538"/>
                    <a:pt x="382905" y="952"/>
                    <a:pt x="247650" y="0"/>
                  </a:cubicBezTo>
                  <a:close/>
                  <a:moveTo>
                    <a:pt x="438150" y="252413"/>
                  </a:moveTo>
                  <a:cubicBezTo>
                    <a:pt x="437198" y="275273"/>
                    <a:pt x="432435" y="298133"/>
                    <a:pt x="424815" y="319088"/>
                  </a:cubicBezTo>
                  <a:cubicBezTo>
                    <a:pt x="417195" y="338138"/>
                    <a:pt x="406717" y="356235"/>
                    <a:pt x="392430" y="371475"/>
                  </a:cubicBezTo>
                  <a:cubicBezTo>
                    <a:pt x="370523" y="398145"/>
                    <a:pt x="351473" y="426720"/>
                    <a:pt x="337185" y="457200"/>
                  </a:cubicBezTo>
                  <a:lnTo>
                    <a:pt x="247650" y="457200"/>
                  </a:lnTo>
                  <a:lnTo>
                    <a:pt x="159068" y="457200"/>
                  </a:lnTo>
                  <a:cubicBezTo>
                    <a:pt x="143827" y="426720"/>
                    <a:pt x="124777" y="398145"/>
                    <a:pt x="103823" y="371475"/>
                  </a:cubicBezTo>
                  <a:cubicBezTo>
                    <a:pt x="90488" y="356235"/>
                    <a:pt x="79057" y="338138"/>
                    <a:pt x="71438" y="319088"/>
                  </a:cubicBezTo>
                  <a:cubicBezTo>
                    <a:pt x="62865" y="298133"/>
                    <a:pt x="59055" y="275273"/>
                    <a:pt x="58103" y="252413"/>
                  </a:cubicBezTo>
                  <a:lnTo>
                    <a:pt x="58103" y="244793"/>
                  </a:lnTo>
                  <a:cubicBezTo>
                    <a:pt x="60007" y="140970"/>
                    <a:pt x="144780" y="57150"/>
                    <a:pt x="248602" y="56197"/>
                  </a:cubicBezTo>
                  <a:lnTo>
                    <a:pt x="248602" y="56197"/>
                  </a:lnTo>
                  <a:lnTo>
                    <a:pt x="248602" y="56197"/>
                  </a:lnTo>
                  <a:cubicBezTo>
                    <a:pt x="248602" y="56197"/>
                    <a:pt x="248602" y="56197"/>
                    <a:pt x="248602" y="56197"/>
                  </a:cubicBezTo>
                  <a:cubicBezTo>
                    <a:pt x="248602" y="56197"/>
                    <a:pt x="248602" y="56197"/>
                    <a:pt x="248602" y="56197"/>
                  </a:cubicBezTo>
                  <a:lnTo>
                    <a:pt x="248602" y="56197"/>
                  </a:lnTo>
                  <a:lnTo>
                    <a:pt x="248602" y="56197"/>
                  </a:lnTo>
                  <a:cubicBezTo>
                    <a:pt x="352425" y="57150"/>
                    <a:pt x="437198" y="140018"/>
                    <a:pt x="439103" y="244793"/>
                  </a:cubicBezTo>
                  <a:lnTo>
                    <a:pt x="439103" y="252413"/>
                  </a:lnTo>
                  <a:close/>
                </a:path>
              </a:pathLst>
            </a:custGeom>
            <a:solidFill>
              <a:srgbClr val="000000"/>
            </a:solidFill>
            <a:ln w="9525" cap="flat">
              <a:noFill/>
              <a:prstDash val="solid"/>
              <a:miter/>
            </a:ln>
          </p:spPr>
          <p:txBody>
            <a:bodyPr/>
            <a:lstStyle/>
            <a:p>
              <a:endParaRPr lang="en-IN"/>
            </a:p>
          </p:txBody>
        </p:sp>
      </p:grpSp>
      <p:sp>
        <p:nvSpPr>
          <p:cNvPr id="44" name="Hexagon 43">
            <a:extLst>
              <a:ext uri="{FF2B5EF4-FFF2-40B4-BE49-F238E27FC236}">
                <a16:creationId xmlns:a16="http://schemas.microsoft.com/office/drawing/2014/main" id="{AFB08AD8-D627-2A29-2BCB-A3161329B177}"/>
              </a:ext>
            </a:extLst>
          </p:cNvPr>
          <p:cNvSpPr/>
          <p:nvPr/>
        </p:nvSpPr>
        <p:spPr>
          <a:xfrm rot="16200000">
            <a:off x="5408269" y="-256543"/>
            <a:ext cx="2230120" cy="1922517"/>
          </a:xfrm>
          <a:prstGeom prst="hexag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Hexagon 44">
            <a:extLst>
              <a:ext uri="{FF2B5EF4-FFF2-40B4-BE49-F238E27FC236}">
                <a16:creationId xmlns:a16="http://schemas.microsoft.com/office/drawing/2014/main" id="{62EFF9EE-85B4-03B6-17DF-05C204D6CE77}"/>
              </a:ext>
            </a:extLst>
          </p:cNvPr>
          <p:cNvSpPr/>
          <p:nvPr/>
        </p:nvSpPr>
        <p:spPr>
          <a:xfrm rot="16200000">
            <a:off x="10666764" y="2627025"/>
            <a:ext cx="2230120" cy="1922517"/>
          </a:xfrm>
          <a:prstGeom prst="hexag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Hexagon 45">
            <a:extLst>
              <a:ext uri="{FF2B5EF4-FFF2-40B4-BE49-F238E27FC236}">
                <a16:creationId xmlns:a16="http://schemas.microsoft.com/office/drawing/2014/main" id="{71775AC6-A6C5-D4F5-2F78-1BE656178B15}"/>
              </a:ext>
            </a:extLst>
          </p:cNvPr>
          <p:cNvSpPr/>
          <p:nvPr/>
        </p:nvSpPr>
        <p:spPr>
          <a:xfrm rot="16200000">
            <a:off x="9040025" y="1083939"/>
            <a:ext cx="2230120" cy="1922517"/>
          </a:xfrm>
          <a:prstGeom prst="hexag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815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A4BC38D-ADDC-A34A-754C-8DD038DBD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6127703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p:cNvGrpSpPr/>
        <p:nvPr/>
      </p:nvGrpSpPr>
      <p:grpSpPr>
        <a:xfrm>
          <a:off x="0" y="0"/>
          <a:ext cx="0" cy="0"/>
          <a:chOff x="0" y="0"/>
          <a:chExt cx="0" cy="0"/>
        </a:xfrm>
      </p:grpSpPr>
      <p:sp>
        <p:nvSpPr>
          <p:cNvPr id="72" name="Flowchart: Connector 71">
            <a:extLst>
              <a:ext uri="{FF2B5EF4-FFF2-40B4-BE49-F238E27FC236}">
                <a16:creationId xmlns:a16="http://schemas.microsoft.com/office/drawing/2014/main" id="{D16FCABF-4853-E2F6-E2F0-9E28349B7271}"/>
              </a:ext>
            </a:extLst>
          </p:cNvPr>
          <p:cNvSpPr/>
          <p:nvPr/>
        </p:nvSpPr>
        <p:spPr>
          <a:xfrm>
            <a:off x="5635405" y="2449060"/>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Flowchart: Connector 73">
            <a:extLst>
              <a:ext uri="{FF2B5EF4-FFF2-40B4-BE49-F238E27FC236}">
                <a16:creationId xmlns:a16="http://schemas.microsoft.com/office/drawing/2014/main" id="{E29C81F9-76EC-5BB7-18C7-A3E889091FE8}"/>
              </a:ext>
            </a:extLst>
          </p:cNvPr>
          <p:cNvSpPr/>
          <p:nvPr/>
        </p:nvSpPr>
        <p:spPr>
          <a:xfrm>
            <a:off x="5628567" y="2453250"/>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Flowchart: Connector 75">
            <a:extLst>
              <a:ext uri="{FF2B5EF4-FFF2-40B4-BE49-F238E27FC236}">
                <a16:creationId xmlns:a16="http://schemas.microsoft.com/office/drawing/2014/main" id="{1400C261-8FDF-A4F3-3B42-07F9B5151227}"/>
              </a:ext>
            </a:extLst>
          </p:cNvPr>
          <p:cNvSpPr/>
          <p:nvPr/>
        </p:nvSpPr>
        <p:spPr>
          <a:xfrm>
            <a:off x="5621729" y="2453295"/>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Flowchart: Connector 77">
            <a:extLst>
              <a:ext uri="{FF2B5EF4-FFF2-40B4-BE49-F238E27FC236}">
                <a16:creationId xmlns:a16="http://schemas.microsoft.com/office/drawing/2014/main" id="{0971422F-B4C2-ADBC-5349-46FB2CD8DA16}"/>
              </a:ext>
            </a:extLst>
          </p:cNvPr>
          <p:cNvSpPr/>
          <p:nvPr/>
        </p:nvSpPr>
        <p:spPr>
          <a:xfrm>
            <a:off x="5648816" y="2462847"/>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Flowchart: Connector 79">
            <a:extLst>
              <a:ext uri="{FF2B5EF4-FFF2-40B4-BE49-F238E27FC236}">
                <a16:creationId xmlns:a16="http://schemas.microsoft.com/office/drawing/2014/main" id="{1C42E905-476C-0A11-19A2-903FB5DED3B5}"/>
              </a:ext>
            </a:extLst>
          </p:cNvPr>
          <p:cNvSpPr/>
          <p:nvPr/>
        </p:nvSpPr>
        <p:spPr>
          <a:xfrm>
            <a:off x="5639718" y="2462847"/>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47" name="Group 46">
            <a:extLst>
              <a:ext uri="{FF2B5EF4-FFF2-40B4-BE49-F238E27FC236}">
                <a16:creationId xmlns:a16="http://schemas.microsoft.com/office/drawing/2014/main" id="{4CAE086A-2F24-24AD-5252-5AF0C8CD7194}"/>
              </a:ext>
            </a:extLst>
          </p:cNvPr>
          <p:cNvGrpSpPr/>
          <p:nvPr/>
        </p:nvGrpSpPr>
        <p:grpSpPr>
          <a:xfrm>
            <a:off x="5661694" y="2417385"/>
            <a:ext cx="1090716" cy="1184197"/>
            <a:chOff x="9491485" y="4314727"/>
            <a:chExt cx="1096388" cy="1154783"/>
          </a:xfrm>
        </p:grpSpPr>
        <p:sp>
          <p:nvSpPr>
            <p:cNvPr id="8" name="Flowchart: Connector 7">
              <a:extLst>
                <a:ext uri="{FF2B5EF4-FFF2-40B4-BE49-F238E27FC236}">
                  <a16:creationId xmlns:a16="http://schemas.microsoft.com/office/drawing/2014/main" id="{32062E3E-61A3-47EC-C017-4838FA783120}"/>
                </a:ext>
              </a:extLst>
            </p:cNvPr>
            <p:cNvSpPr/>
            <p:nvPr/>
          </p:nvSpPr>
          <p:spPr>
            <a:xfrm>
              <a:off x="9491485" y="4314727"/>
              <a:ext cx="1096388" cy="1154783"/>
            </a:xfrm>
            <a:prstGeom prst="flowChartConnector">
              <a:avLst/>
            </a:prstGeom>
            <a:gradFill flip="none" rotWithShape="1">
              <a:gsLst>
                <a:gs pos="0">
                  <a:srgbClr val="66CCFF">
                    <a:shade val="30000"/>
                    <a:satMod val="115000"/>
                  </a:srgbClr>
                </a:gs>
                <a:gs pos="50000">
                  <a:srgbClr val="66CCFF">
                    <a:shade val="67500"/>
                    <a:satMod val="115000"/>
                  </a:srgbClr>
                </a:gs>
                <a:gs pos="100000">
                  <a:srgbClr val="66CCFF">
                    <a:shade val="100000"/>
                    <a:satMod val="115000"/>
                  </a:srgbClr>
                </a:gs>
              </a:gsLst>
              <a:path path="circle">
                <a:fillToRect l="100000" b="100000"/>
              </a:path>
              <a:tileRect t="-100000" r="-100000"/>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Graphic 11" descr="Camera">
              <a:extLst>
                <a:ext uri="{FF2B5EF4-FFF2-40B4-BE49-F238E27FC236}">
                  <a16:creationId xmlns:a16="http://schemas.microsoft.com/office/drawing/2014/main" id="{B851B8BB-3BD4-B91F-9D40-7D4987649F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2479" y="4434918"/>
              <a:ext cx="914400" cy="914400"/>
            </a:xfrm>
            <a:prstGeom prst="rect">
              <a:avLst/>
            </a:prstGeom>
          </p:spPr>
        </p:pic>
      </p:grpSp>
      <p:grpSp>
        <p:nvGrpSpPr>
          <p:cNvPr id="16" name="Group 15">
            <a:extLst>
              <a:ext uri="{FF2B5EF4-FFF2-40B4-BE49-F238E27FC236}">
                <a16:creationId xmlns:a16="http://schemas.microsoft.com/office/drawing/2014/main" id="{CC2C8C03-E9BE-BEDE-AE06-DC013E970A72}"/>
              </a:ext>
            </a:extLst>
          </p:cNvPr>
          <p:cNvGrpSpPr/>
          <p:nvPr/>
        </p:nvGrpSpPr>
        <p:grpSpPr>
          <a:xfrm>
            <a:off x="5487166" y="2233560"/>
            <a:ext cx="1437967" cy="1561209"/>
            <a:chOff x="2696068" y="2483568"/>
            <a:chExt cx="1445444" cy="1522430"/>
          </a:xfr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6200000" scaled="1"/>
            <a:tileRect/>
          </a:gradFill>
        </p:grpSpPr>
        <p:sp>
          <p:nvSpPr>
            <p:cNvPr id="9" name="Flowchart: Connector 8">
              <a:extLst>
                <a:ext uri="{FF2B5EF4-FFF2-40B4-BE49-F238E27FC236}">
                  <a16:creationId xmlns:a16="http://schemas.microsoft.com/office/drawing/2014/main" id="{D7BCB9E3-873E-390F-BBB0-DE7C90C32C9B}"/>
                </a:ext>
              </a:extLst>
            </p:cNvPr>
            <p:cNvSpPr/>
            <p:nvPr/>
          </p:nvSpPr>
          <p:spPr>
            <a:xfrm>
              <a:off x="2696068" y="2483568"/>
              <a:ext cx="1445444" cy="1522430"/>
            </a:xfrm>
            <a:prstGeom prst="flowChartConnector">
              <a:avLst/>
            </a:prstGeom>
            <a:grp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 name="Graphic 14" descr="Marker">
              <a:extLst>
                <a:ext uri="{FF2B5EF4-FFF2-40B4-BE49-F238E27FC236}">
                  <a16:creationId xmlns:a16="http://schemas.microsoft.com/office/drawing/2014/main" id="{9514B6E4-5875-BFED-D207-8610FBDF79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221" y="2655214"/>
              <a:ext cx="1179137" cy="1179137"/>
            </a:xfrm>
            <a:prstGeom prst="rect">
              <a:avLst/>
            </a:prstGeom>
          </p:spPr>
        </p:pic>
      </p:grpSp>
      <p:grpSp>
        <p:nvGrpSpPr>
          <p:cNvPr id="42" name="Group 41">
            <a:extLst>
              <a:ext uri="{FF2B5EF4-FFF2-40B4-BE49-F238E27FC236}">
                <a16:creationId xmlns:a16="http://schemas.microsoft.com/office/drawing/2014/main" id="{8C8ED8A0-2E69-BCE7-4CA1-8FE67502EE36}"/>
              </a:ext>
            </a:extLst>
          </p:cNvPr>
          <p:cNvGrpSpPr/>
          <p:nvPr/>
        </p:nvGrpSpPr>
        <p:grpSpPr>
          <a:xfrm>
            <a:off x="5487166" y="2233560"/>
            <a:ext cx="1437967" cy="1561209"/>
            <a:chOff x="8804635" y="174395"/>
            <a:chExt cx="1445444" cy="1522430"/>
          </a:xfrm>
        </p:grpSpPr>
        <p:sp>
          <p:nvSpPr>
            <p:cNvPr id="7" name="Flowchart: Connector 6">
              <a:extLst>
                <a:ext uri="{FF2B5EF4-FFF2-40B4-BE49-F238E27FC236}">
                  <a16:creationId xmlns:a16="http://schemas.microsoft.com/office/drawing/2014/main" id="{A41D980A-9F86-D0B1-1352-7FAE34869291}"/>
                </a:ext>
              </a:extLst>
            </p:cNvPr>
            <p:cNvSpPr/>
            <p:nvPr/>
          </p:nvSpPr>
          <p:spPr>
            <a:xfrm>
              <a:off x="8804635" y="174395"/>
              <a:ext cx="1445444" cy="1522430"/>
            </a:xfrm>
            <a:prstGeom prst="flowChartConnector">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620000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Graphic 40" descr="Database">
              <a:extLst>
                <a:ext uri="{FF2B5EF4-FFF2-40B4-BE49-F238E27FC236}">
                  <a16:creationId xmlns:a16="http://schemas.microsoft.com/office/drawing/2014/main" id="{82FB6D49-BE6A-7790-2D31-E42AFFF15A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24041" y="332294"/>
              <a:ext cx="1206632" cy="1206632"/>
            </a:xfrm>
            <a:prstGeom prst="rect">
              <a:avLst/>
            </a:prstGeom>
          </p:spPr>
        </p:pic>
      </p:grpSp>
      <p:grpSp>
        <p:nvGrpSpPr>
          <p:cNvPr id="48" name="Group 47">
            <a:extLst>
              <a:ext uri="{FF2B5EF4-FFF2-40B4-BE49-F238E27FC236}">
                <a16:creationId xmlns:a16="http://schemas.microsoft.com/office/drawing/2014/main" id="{C944793F-8E80-C0AD-414F-C8E86AA6C71A}"/>
              </a:ext>
            </a:extLst>
          </p:cNvPr>
          <p:cNvGrpSpPr/>
          <p:nvPr/>
        </p:nvGrpSpPr>
        <p:grpSpPr>
          <a:xfrm>
            <a:off x="5249925" y="2034813"/>
            <a:ext cx="1909995" cy="1968830"/>
            <a:chOff x="5283723" y="474481"/>
            <a:chExt cx="1919927" cy="1919927"/>
          </a:xfrm>
        </p:grpSpPr>
        <p:sp>
          <p:nvSpPr>
            <p:cNvPr id="4" name="Flowchart: Connector 3">
              <a:extLst>
                <a:ext uri="{FF2B5EF4-FFF2-40B4-BE49-F238E27FC236}">
                  <a16:creationId xmlns:a16="http://schemas.microsoft.com/office/drawing/2014/main" id="{4A759934-B288-8973-EC51-3EB6605BC0B6}"/>
                </a:ext>
              </a:extLst>
            </p:cNvPr>
            <p:cNvSpPr/>
            <p:nvPr/>
          </p:nvSpPr>
          <p:spPr>
            <a:xfrm>
              <a:off x="5283723" y="474481"/>
              <a:ext cx="1919927" cy="1919927"/>
            </a:xfrm>
            <a:prstGeom prst="flowChartConnector">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4" name="Graphic 43" descr="Server">
              <a:extLst>
                <a:ext uri="{FF2B5EF4-FFF2-40B4-BE49-F238E27FC236}">
                  <a16:creationId xmlns:a16="http://schemas.microsoft.com/office/drawing/2014/main" id="{FF5BC470-F5DD-6D21-0920-23510440DB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05980" y="628700"/>
              <a:ext cx="1520855" cy="1520855"/>
            </a:xfrm>
            <a:prstGeom prst="rect">
              <a:avLst/>
            </a:prstGeom>
          </p:spPr>
        </p:pic>
      </p:grpSp>
      <p:grpSp>
        <p:nvGrpSpPr>
          <p:cNvPr id="71" name="Group 70">
            <a:extLst>
              <a:ext uri="{FF2B5EF4-FFF2-40B4-BE49-F238E27FC236}">
                <a16:creationId xmlns:a16="http://schemas.microsoft.com/office/drawing/2014/main" id="{F42389B5-9370-4DEB-78B8-488CC2281548}"/>
              </a:ext>
            </a:extLst>
          </p:cNvPr>
          <p:cNvGrpSpPr/>
          <p:nvPr/>
        </p:nvGrpSpPr>
        <p:grpSpPr>
          <a:xfrm>
            <a:off x="5309628" y="2094516"/>
            <a:ext cx="1791206" cy="1846382"/>
            <a:chOff x="6964379" y="1371722"/>
            <a:chExt cx="1800520" cy="1800520"/>
          </a:xfrm>
        </p:grpSpPr>
        <p:sp>
          <p:nvSpPr>
            <p:cNvPr id="3" name="Flowchart: Connector 2">
              <a:extLst>
                <a:ext uri="{FF2B5EF4-FFF2-40B4-BE49-F238E27FC236}">
                  <a16:creationId xmlns:a16="http://schemas.microsoft.com/office/drawing/2014/main" id="{E5D544E9-ACF5-A576-54FF-8E36DAA81BBE}"/>
                </a:ext>
              </a:extLst>
            </p:cNvPr>
            <p:cNvSpPr/>
            <p:nvPr/>
          </p:nvSpPr>
          <p:spPr>
            <a:xfrm>
              <a:off x="6964379" y="1371722"/>
              <a:ext cx="1800520" cy="1800520"/>
            </a:xfrm>
            <a:prstGeom prst="flowChartConnector">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0" name="Graphic 49" descr="Map with pin">
              <a:extLst>
                <a:ext uri="{FF2B5EF4-FFF2-40B4-BE49-F238E27FC236}">
                  <a16:creationId xmlns:a16="http://schemas.microsoft.com/office/drawing/2014/main" id="{AB1FFB15-750D-5917-82CC-9499E6CBAF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62110" y="1516932"/>
              <a:ext cx="1324466" cy="1324466"/>
            </a:xfrm>
            <a:prstGeom prst="rect">
              <a:avLst/>
            </a:prstGeom>
          </p:spPr>
        </p:pic>
      </p:grpSp>
      <p:grpSp>
        <p:nvGrpSpPr>
          <p:cNvPr id="58" name="Group 57">
            <a:extLst>
              <a:ext uri="{FF2B5EF4-FFF2-40B4-BE49-F238E27FC236}">
                <a16:creationId xmlns:a16="http://schemas.microsoft.com/office/drawing/2014/main" id="{AC98E85B-ABFD-2EEE-136E-D778F4C49BA4}"/>
              </a:ext>
            </a:extLst>
          </p:cNvPr>
          <p:cNvGrpSpPr/>
          <p:nvPr/>
        </p:nvGrpSpPr>
        <p:grpSpPr>
          <a:xfrm>
            <a:off x="5372474" y="2157362"/>
            <a:ext cx="1666165" cy="1717489"/>
            <a:chOff x="4881418" y="4916274"/>
            <a:chExt cx="1674829" cy="1674829"/>
          </a:xfrm>
        </p:grpSpPr>
        <p:sp>
          <p:nvSpPr>
            <p:cNvPr id="5" name="Flowchart: Connector 4">
              <a:extLst>
                <a:ext uri="{FF2B5EF4-FFF2-40B4-BE49-F238E27FC236}">
                  <a16:creationId xmlns:a16="http://schemas.microsoft.com/office/drawing/2014/main" id="{7DB478F3-6DBF-A63F-CFDE-B91AC3824A1F}"/>
                </a:ext>
              </a:extLst>
            </p:cNvPr>
            <p:cNvSpPr/>
            <p:nvPr/>
          </p:nvSpPr>
          <p:spPr>
            <a:xfrm rot="508877">
              <a:off x="4881418" y="4916274"/>
              <a:ext cx="1674829" cy="1674829"/>
            </a:xfrm>
            <a:prstGeom prst="flowChartConnector">
              <a:avLst/>
            </a:prstGeom>
            <a:solidFill>
              <a:srgbClr val="33CCCC"/>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Graphic 51" descr="Recycle sign">
              <a:extLst>
                <a:ext uri="{FF2B5EF4-FFF2-40B4-BE49-F238E27FC236}">
                  <a16:creationId xmlns:a16="http://schemas.microsoft.com/office/drawing/2014/main" id="{3076BD62-ABB2-BCCF-AD3B-FA10204D5CE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50843" y="5180174"/>
              <a:ext cx="1135977" cy="1049126"/>
            </a:xfrm>
            <a:prstGeom prst="rect">
              <a:avLst/>
            </a:prstGeom>
          </p:spPr>
        </p:pic>
      </p:grpSp>
      <p:grpSp>
        <p:nvGrpSpPr>
          <p:cNvPr id="57" name="Group 56">
            <a:extLst>
              <a:ext uri="{FF2B5EF4-FFF2-40B4-BE49-F238E27FC236}">
                <a16:creationId xmlns:a16="http://schemas.microsoft.com/office/drawing/2014/main" id="{D5C54459-2B51-8035-5B65-842F90F7E7BD}"/>
              </a:ext>
            </a:extLst>
          </p:cNvPr>
          <p:cNvGrpSpPr/>
          <p:nvPr/>
        </p:nvGrpSpPr>
        <p:grpSpPr>
          <a:xfrm>
            <a:off x="5252473" y="2012429"/>
            <a:ext cx="1904924" cy="2014739"/>
            <a:chOff x="511672" y="3834352"/>
            <a:chExt cx="1914830" cy="1964695"/>
          </a:xfrm>
        </p:grpSpPr>
        <p:sp>
          <p:nvSpPr>
            <p:cNvPr id="6" name="Flowchart: Connector 5">
              <a:extLst>
                <a:ext uri="{FF2B5EF4-FFF2-40B4-BE49-F238E27FC236}">
                  <a16:creationId xmlns:a16="http://schemas.microsoft.com/office/drawing/2014/main" id="{F60110BD-D8EB-2AFA-CEE7-AD29B7E47892}"/>
                </a:ext>
              </a:extLst>
            </p:cNvPr>
            <p:cNvSpPr/>
            <p:nvPr/>
          </p:nvSpPr>
          <p:spPr>
            <a:xfrm>
              <a:off x="511672" y="3834352"/>
              <a:ext cx="1914830" cy="1964695"/>
            </a:xfrm>
            <a:prstGeom prst="flowChartConnector">
              <a:avLst/>
            </a:prstGeom>
            <a:gradFill flip="none" rotWithShape="1">
              <a:gsLst>
                <a:gs pos="0">
                  <a:schemeClr val="accent1">
                    <a:lumMod val="50000"/>
                    <a:shade val="30000"/>
                    <a:satMod val="115000"/>
                  </a:schemeClr>
                </a:gs>
                <a:gs pos="50000">
                  <a:schemeClr val="accent1">
                    <a:lumMod val="50000"/>
                    <a:shade val="67500"/>
                    <a:satMod val="115000"/>
                  </a:schemeClr>
                </a:gs>
                <a:gs pos="100000">
                  <a:schemeClr val="accent1">
                    <a:lumMod val="50000"/>
                    <a:shade val="100000"/>
                    <a:satMod val="115000"/>
                  </a:schemeClr>
                </a:gs>
              </a:gsLst>
              <a:lin ang="540000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4" name="Graphic 53" descr="Garbage">
              <a:extLst>
                <a:ext uri="{FF2B5EF4-FFF2-40B4-BE49-F238E27FC236}">
                  <a16:creationId xmlns:a16="http://schemas.microsoft.com/office/drawing/2014/main" id="{C1FE376D-5F4B-5FBE-96F9-73416ACBBDC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74038" y="4314727"/>
              <a:ext cx="990098" cy="914400"/>
            </a:xfrm>
            <a:prstGeom prst="rect">
              <a:avLst/>
            </a:prstGeom>
          </p:spPr>
        </p:pic>
      </p:grpSp>
      <p:grpSp>
        <p:nvGrpSpPr>
          <p:cNvPr id="70" name="Group 69">
            <a:extLst>
              <a:ext uri="{FF2B5EF4-FFF2-40B4-BE49-F238E27FC236}">
                <a16:creationId xmlns:a16="http://schemas.microsoft.com/office/drawing/2014/main" id="{66800B57-4E22-C7A2-67E7-817E8561DA3D}"/>
              </a:ext>
            </a:extLst>
          </p:cNvPr>
          <p:cNvGrpSpPr/>
          <p:nvPr/>
        </p:nvGrpSpPr>
        <p:grpSpPr>
          <a:xfrm>
            <a:off x="5372474" y="2157362"/>
            <a:ext cx="1666165" cy="1717489"/>
            <a:chOff x="2182653" y="498219"/>
            <a:chExt cx="1674829" cy="1674829"/>
          </a:xfrm>
        </p:grpSpPr>
        <p:sp>
          <p:nvSpPr>
            <p:cNvPr id="62" name="Flowchart: Connector 61">
              <a:extLst>
                <a:ext uri="{FF2B5EF4-FFF2-40B4-BE49-F238E27FC236}">
                  <a16:creationId xmlns:a16="http://schemas.microsoft.com/office/drawing/2014/main" id="{74920344-E6B9-B030-5D79-87976EE1663E}"/>
                </a:ext>
              </a:extLst>
            </p:cNvPr>
            <p:cNvSpPr/>
            <p:nvPr/>
          </p:nvSpPr>
          <p:spPr>
            <a:xfrm rot="508877">
              <a:off x="2182653" y="498219"/>
              <a:ext cx="1674829" cy="1674829"/>
            </a:xfrm>
            <a:prstGeom prst="flowChartConnector">
              <a:avLst/>
            </a:prstGeom>
            <a:solidFill>
              <a:srgbClr val="33CCCC"/>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0" name="Graphic 59" descr="Processor">
              <a:extLst>
                <a:ext uri="{FF2B5EF4-FFF2-40B4-BE49-F238E27FC236}">
                  <a16:creationId xmlns:a16="http://schemas.microsoft.com/office/drawing/2014/main" id="{4B320B15-FFA9-5B0C-5086-028C9B7A4F4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33089" y="651627"/>
              <a:ext cx="1338064" cy="1338064"/>
            </a:xfrm>
            <a:prstGeom prst="rect">
              <a:avLst/>
            </a:prstGeom>
          </p:spPr>
        </p:pic>
      </p:grpSp>
      <p:sp>
        <p:nvSpPr>
          <p:cNvPr id="65" name="Flowchart: Connector 64">
            <a:extLst>
              <a:ext uri="{FF2B5EF4-FFF2-40B4-BE49-F238E27FC236}">
                <a16:creationId xmlns:a16="http://schemas.microsoft.com/office/drawing/2014/main" id="{CE15084B-675F-4F2D-CC01-CE8528475323}"/>
              </a:ext>
            </a:extLst>
          </p:cNvPr>
          <p:cNvSpPr/>
          <p:nvPr/>
        </p:nvSpPr>
        <p:spPr>
          <a:xfrm>
            <a:off x="4443080" y="1375718"/>
            <a:ext cx="3515337" cy="3320596"/>
          </a:xfrm>
          <a:prstGeom prst="flowChartConnector">
            <a:avLst/>
          </a:prstGeom>
          <a:solidFill>
            <a:srgbClr val="002060"/>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Smart Waste Mapping Helmet → detects waste → records location/time/type → creates a waste-hotspot map → generates reports for the municipal authority</a:t>
            </a:r>
            <a:endParaRPr lang="en-IN" dirty="0"/>
          </a:p>
        </p:txBody>
      </p:sp>
      <p:sp>
        <p:nvSpPr>
          <p:cNvPr id="2" name="Flowchart: Connector 1">
            <a:extLst>
              <a:ext uri="{FF2B5EF4-FFF2-40B4-BE49-F238E27FC236}">
                <a16:creationId xmlns:a16="http://schemas.microsoft.com/office/drawing/2014/main" id="{16C47523-2583-C8E8-1680-A7A2CE185394}"/>
              </a:ext>
            </a:extLst>
          </p:cNvPr>
          <p:cNvSpPr/>
          <p:nvPr/>
        </p:nvSpPr>
        <p:spPr>
          <a:xfrm>
            <a:off x="4241388" y="1038799"/>
            <a:ext cx="3882471" cy="3994433"/>
          </a:xfrm>
          <a:prstGeom prst="flowChartConnector">
            <a:avLst/>
          </a:prstGeom>
          <a:solidFill>
            <a:schemeClr val="tx1"/>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Arial Black" panose="020B0A04020102020204" pitchFamily="34" charset="0"/>
              </a:rPr>
              <a:t>SMART WASTE </a:t>
            </a:r>
          </a:p>
          <a:p>
            <a:pPr algn="ctr"/>
            <a:r>
              <a:rPr lang="en-IN" sz="2400" b="1" dirty="0">
                <a:latin typeface="Arial Black" panose="020B0A04020102020204" pitchFamily="34" charset="0"/>
              </a:rPr>
              <a:t>MAPPING HELMET</a:t>
            </a:r>
          </a:p>
        </p:txBody>
      </p:sp>
    </p:spTree>
    <p:extLst>
      <p:ext uri="{BB962C8B-B14F-4D97-AF65-F5344CB8AC3E}">
        <p14:creationId xmlns:p14="http://schemas.microsoft.com/office/powerpoint/2010/main" val="4368552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a:extLst>
            <a:ext uri="{FF2B5EF4-FFF2-40B4-BE49-F238E27FC236}">
              <a16:creationId xmlns:a16="http://schemas.microsoft.com/office/drawing/2014/main" id="{FB599C0D-6D9E-320E-5452-4467CF4F152F}"/>
            </a:ext>
          </a:extLst>
        </p:cNvPr>
        <p:cNvGrpSpPr/>
        <p:nvPr/>
      </p:nvGrpSpPr>
      <p:grpSpPr>
        <a:xfrm>
          <a:off x="0" y="0"/>
          <a:ext cx="0" cy="0"/>
          <a:chOff x="0" y="0"/>
          <a:chExt cx="0" cy="0"/>
        </a:xfrm>
      </p:grpSpPr>
      <p:grpSp>
        <p:nvGrpSpPr>
          <p:cNvPr id="47" name="Group 46">
            <a:extLst>
              <a:ext uri="{FF2B5EF4-FFF2-40B4-BE49-F238E27FC236}">
                <a16:creationId xmlns:a16="http://schemas.microsoft.com/office/drawing/2014/main" id="{4D7184B0-F413-782F-BB33-1CC694843A41}"/>
              </a:ext>
            </a:extLst>
          </p:cNvPr>
          <p:cNvGrpSpPr/>
          <p:nvPr/>
        </p:nvGrpSpPr>
        <p:grpSpPr>
          <a:xfrm>
            <a:off x="3859827" y="4316666"/>
            <a:ext cx="1096388" cy="1154783"/>
            <a:chOff x="9491485" y="4314727"/>
            <a:chExt cx="1096388" cy="1154783"/>
          </a:xfrm>
        </p:grpSpPr>
        <p:sp>
          <p:nvSpPr>
            <p:cNvPr id="8" name="Flowchart: Connector 7">
              <a:extLst>
                <a:ext uri="{FF2B5EF4-FFF2-40B4-BE49-F238E27FC236}">
                  <a16:creationId xmlns:a16="http://schemas.microsoft.com/office/drawing/2014/main" id="{2411545D-A5EA-5A8D-6D1B-9FEDA8B759FB}"/>
                </a:ext>
              </a:extLst>
            </p:cNvPr>
            <p:cNvSpPr/>
            <p:nvPr/>
          </p:nvSpPr>
          <p:spPr>
            <a:xfrm>
              <a:off x="9491485" y="4314727"/>
              <a:ext cx="1096388" cy="1154783"/>
            </a:xfrm>
            <a:prstGeom prst="flowChartConnector">
              <a:avLst/>
            </a:prstGeom>
            <a:gradFill flip="none" rotWithShape="1">
              <a:gsLst>
                <a:gs pos="0">
                  <a:srgbClr val="66CCFF">
                    <a:shade val="30000"/>
                    <a:satMod val="115000"/>
                  </a:srgbClr>
                </a:gs>
                <a:gs pos="50000">
                  <a:srgbClr val="66CCFF">
                    <a:shade val="67500"/>
                    <a:satMod val="115000"/>
                  </a:srgbClr>
                </a:gs>
                <a:gs pos="100000">
                  <a:srgbClr val="66CCFF">
                    <a:shade val="100000"/>
                    <a:satMod val="115000"/>
                  </a:srgbClr>
                </a:gs>
              </a:gsLst>
              <a:path path="circle">
                <a:fillToRect l="100000" b="100000"/>
              </a:path>
              <a:tileRect t="-100000" r="-100000"/>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Graphic 11" descr="Camera">
              <a:extLst>
                <a:ext uri="{FF2B5EF4-FFF2-40B4-BE49-F238E27FC236}">
                  <a16:creationId xmlns:a16="http://schemas.microsoft.com/office/drawing/2014/main" id="{4937D5F7-1DC2-8CFB-C968-94E695B7D5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2479" y="4434918"/>
              <a:ext cx="914400" cy="914400"/>
            </a:xfrm>
            <a:prstGeom prst="rect">
              <a:avLst/>
            </a:prstGeom>
          </p:spPr>
        </p:pic>
      </p:grpSp>
      <p:grpSp>
        <p:nvGrpSpPr>
          <p:cNvPr id="16" name="Group 15">
            <a:extLst>
              <a:ext uri="{FF2B5EF4-FFF2-40B4-BE49-F238E27FC236}">
                <a16:creationId xmlns:a16="http://schemas.microsoft.com/office/drawing/2014/main" id="{F5C91057-EB39-BF47-7FE2-3AD7EE7DC14B}"/>
              </a:ext>
            </a:extLst>
          </p:cNvPr>
          <p:cNvGrpSpPr/>
          <p:nvPr/>
        </p:nvGrpSpPr>
        <p:grpSpPr>
          <a:xfrm>
            <a:off x="3129108" y="2368093"/>
            <a:ext cx="1445444" cy="1522430"/>
            <a:chOff x="2696068" y="2483568"/>
            <a:chExt cx="1445444" cy="1522430"/>
          </a:xfr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6200000" scaled="1"/>
            <a:tileRect/>
          </a:gradFill>
        </p:grpSpPr>
        <p:sp>
          <p:nvSpPr>
            <p:cNvPr id="9" name="Flowchart: Connector 8">
              <a:extLst>
                <a:ext uri="{FF2B5EF4-FFF2-40B4-BE49-F238E27FC236}">
                  <a16:creationId xmlns:a16="http://schemas.microsoft.com/office/drawing/2014/main" id="{5097E1A9-7066-2A8D-F407-A92A652F971D}"/>
                </a:ext>
              </a:extLst>
            </p:cNvPr>
            <p:cNvSpPr/>
            <p:nvPr/>
          </p:nvSpPr>
          <p:spPr>
            <a:xfrm>
              <a:off x="2696068" y="2483568"/>
              <a:ext cx="1445444" cy="1522430"/>
            </a:xfrm>
            <a:prstGeom prst="flowChartConnector">
              <a:avLst/>
            </a:prstGeom>
            <a:grp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 name="Graphic 14" descr="Marker">
              <a:extLst>
                <a:ext uri="{FF2B5EF4-FFF2-40B4-BE49-F238E27FC236}">
                  <a16:creationId xmlns:a16="http://schemas.microsoft.com/office/drawing/2014/main" id="{961E2C81-4D67-0DB1-28F0-0DA12CC800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221" y="2655214"/>
              <a:ext cx="1179137" cy="1179137"/>
            </a:xfrm>
            <a:prstGeom prst="rect">
              <a:avLst/>
            </a:prstGeom>
          </p:spPr>
        </p:pic>
      </p:grpSp>
      <p:grpSp>
        <p:nvGrpSpPr>
          <p:cNvPr id="42" name="Group 41">
            <a:extLst>
              <a:ext uri="{FF2B5EF4-FFF2-40B4-BE49-F238E27FC236}">
                <a16:creationId xmlns:a16="http://schemas.microsoft.com/office/drawing/2014/main" id="{E4D2CD74-E367-CF52-1FE6-4FE7E8CEB1AD}"/>
              </a:ext>
            </a:extLst>
          </p:cNvPr>
          <p:cNvGrpSpPr/>
          <p:nvPr/>
        </p:nvGrpSpPr>
        <p:grpSpPr>
          <a:xfrm>
            <a:off x="3969803" y="651627"/>
            <a:ext cx="1445444" cy="1522430"/>
            <a:chOff x="8804635" y="174395"/>
            <a:chExt cx="1445444" cy="1522430"/>
          </a:xfrm>
        </p:grpSpPr>
        <p:sp>
          <p:nvSpPr>
            <p:cNvPr id="7" name="Flowchart: Connector 6">
              <a:extLst>
                <a:ext uri="{FF2B5EF4-FFF2-40B4-BE49-F238E27FC236}">
                  <a16:creationId xmlns:a16="http://schemas.microsoft.com/office/drawing/2014/main" id="{29112169-340E-A0FB-EB9D-7A80D1E76D11}"/>
                </a:ext>
              </a:extLst>
            </p:cNvPr>
            <p:cNvSpPr/>
            <p:nvPr/>
          </p:nvSpPr>
          <p:spPr>
            <a:xfrm>
              <a:off x="8804635" y="174395"/>
              <a:ext cx="1445444" cy="1522430"/>
            </a:xfrm>
            <a:prstGeom prst="flowChartConnector">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620000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Graphic 40" descr="Database">
              <a:extLst>
                <a:ext uri="{FF2B5EF4-FFF2-40B4-BE49-F238E27FC236}">
                  <a16:creationId xmlns:a16="http://schemas.microsoft.com/office/drawing/2014/main" id="{6D4FF891-050A-1160-85B8-1E4ACFA8A0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24041" y="332294"/>
              <a:ext cx="1206632" cy="1206632"/>
            </a:xfrm>
            <a:prstGeom prst="rect">
              <a:avLst/>
            </a:prstGeom>
          </p:spPr>
        </p:pic>
      </p:grpSp>
      <p:grpSp>
        <p:nvGrpSpPr>
          <p:cNvPr id="48" name="Group 47">
            <a:extLst>
              <a:ext uri="{FF2B5EF4-FFF2-40B4-BE49-F238E27FC236}">
                <a16:creationId xmlns:a16="http://schemas.microsoft.com/office/drawing/2014/main" id="{1F901A1F-A04B-7E02-2F9C-720664C9A845}"/>
              </a:ext>
            </a:extLst>
          </p:cNvPr>
          <p:cNvGrpSpPr/>
          <p:nvPr/>
        </p:nvGrpSpPr>
        <p:grpSpPr>
          <a:xfrm>
            <a:off x="5283723" y="474481"/>
            <a:ext cx="1919927" cy="1919927"/>
            <a:chOff x="5283723" y="474481"/>
            <a:chExt cx="1919927" cy="1919927"/>
          </a:xfrm>
        </p:grpSpPr>
        <p:sp>
          <p:nvSpPr>
            <p:cNvPr id="4" name="Flowchart: Connector 3">
              <a:extLst>
                <a:ext uri="{FF2B5EF4-FFF2-40B4-BE49-F238E27FC236}">
                  <a16:creationId xmlns:a16="http://schemas.microsoft.com/office/drawing/2014/main" id="{5AEFA43E-E82F-9F52-D723-890B80B57B82}"/>
                </a:ext>
              </a:extLst>
            </p:cNvPr>
            <p:cNvSpPr/>
            <p:nvPr/>
          </p:nvSpPr>
          <p:spPr>
            <a:xfrm>
              <a:off x="5283723" y="474481"/>
              <a:ext cx="1919927" cy="1919927"/>
            </a:xfrm>
            <a:prstGeom prst="flowChartConnector">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4" name="Graphic 43" descr="Server">
              <a:extLst>
                <a:ext uri="{FF2B5EF4-FFF2-40B4-BE49-F238E27FC236}">
                  <a16:creationId xmlns:a16="http://schemas.microsoft.com/office/drawing/2014/main" id="{DD5B3781-B359-B8DE-633E-59A8AF9569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05980" y="628700"/>
              <a:ext cx="1520855" cy="1520855"/>
            </a:xfrm>
            <a:prstGeom prst="rect">
              <a:avLst/>
            </a:prstGeom>
          </p:spPr>
        </p:pic>
      </p:grpSp>
      <p:grpSp>
        <p:nvGrpSpPr>
          <p:cNvPr id="71" name="Group 70">
            <a:extLst>
              <a:ext uri="{FF2B5EF4-FFF2-40B4-BE49-F238E27FC236}">
                <a16:creationId xmlns:a16="http://schemas.microsoft.com/office/drawing/2014/main" id="{12926D3B-CDC5-824D-32E8-FA54038A4B09}"/>
              </a:ext>
            </a:extLst>
          </p:cNvPr>
          <p:cNvGrpSpPr/>
          <p:nvPr/>
        </p:nvGrpSpPr>
        <p:grpSpPr>
          <a:xfrm>
            <a:off x="7026835" y="1871687"/>
            <a:ext cx="1800520" cy="1800520"/>
            <a:chOff x="6964379" y="1371722"/>
            <a:chExt cx="1800520" cy="1800520"/>
          </a:xfrm>
        </p:grpSpPr>
        <p:sp>
          <p:nvSpPr>
            <p:cNvPr id="3" name="Flowchart: Connector 2">
              <a:extLst>
                <a:ext uri="{FF2B5EF4-FFF2-40B4-BE49-F238E27FC236}">
                  <a16:creationId xmlns:a16="http://schemas.microsoft.com/office/drawing/2014/main" id="{DD7F647A-AFD1-EDE2-28E1-820F483C1C8F}"/>
                </a:ext>
              </a:extLst>
            </p:cNvPr>
            <p:cNvSpPr/>
            <p:nvPr/>
          </p:nvSpPr>
          <p:spPr>
            <a:xfrm>
              <a:off x="6964379" y="1371722"/>
              <a:ext cx="1800520" cy="1800520"/>
            </a:xfrm>
            <a:prstGeom prst="flowChartConnector">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0" name="Graphic 49" descr="Map with pin">
              <a:extLst>
                <a:ext uri="{FF2B5EF4-FFF2-40B4-BE49-F238E27FC236}">
                  <a16:creationId xmlns:a16="http://schemas.microsoft.com/office/drawing/2014/main" id="{79C976C1-2ED7-FE50-851A-92214D2D337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62110" y="1516932"/>
              <a:ext cx="1324466" cy="1324466"/>
            </a:xfrm>
            <a:prstGeom prst="rect">
              <a:avLst/>
            </a:prstGeom>
          </p:spPr>
        </p:pic>
      </p:grpSp>
      <p:grpSp>
        <p:nvGrpSpPr>
          <p:cNvPr id="58" name="Group 57">
            <a:extLst>
              <a:ext uri="{FF2B5EF4-FFF2-40B4-BE49-F238E27FC236}">
                <a16:creationId xmlns:a16="http://schemas.microsoft.com/office/drawing/2014/main" id="{1E1E795D-2ABA-B1D6-973D-0D091023CD94}"/>
              </a:ext>
            </a:extLst>
          </p:cNvPr>
          <p:cNvGrpSpPr/>
          <p:nvPr/>
        </p:nvGrpSpPr>
        <p:grpSpPr>
          <a:xfrm>
            <a:off x="5041769" y="4632095"/>
            <a:ext cx="1674829" cy="1674829"/>
            <a:chOff x="4881418" y="4916274"/>
            <a:chExt cx="1674829" cy="1674829"/>
          </a:xfrm>
        </p:grpSpPr>
        <p:sp>
          <p:nvSpPr>
            <p:cNvPr id="5" name="Flowchart: Connector 4">
              <a:extLst>
                <a:ext uri="{FF2B5EF4-FFF2-40B4-BE49-F238E27FC236}">
                  <a16:creationId xmlns:a16="http://schemas.microsoft.com/office/drawing/2014/main" id="{05EA0F7D-C20E-24C2-AC20-E6F445226D7F}"/>
                </a:ext>
              </a:extLst>
            </p:cNvPr>
            <p:cNvSpPr/>
            <p:nvPr/>
          </p:nvSpPr>
          <p:spPr>
            <a:xfrm rot="508877">
              <a:off x="4881418" y="4916274"/>
              <a:ext cx="1674829" cy="1674829"/>
            </a:xfrm>
            <a:prstGeom prst="flowChartConnector">
              <a:avLst/>
            </a:prstGeom>
            <a:solidFill>
              <a:srgbClr val="33CCCC"/>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Graphic 51" descr="Recycle sign">
              <a:extLst>
                <a:ext uri="{FF2B5EF4-FFF2-40B4-BE49-F238E27FC236}">
                  <a16:creationId xmlns:a16="http://schemas.microsoft.com/office/drawing/2014/main" id="{B77595A1-F3C7-7EA9-F1FB-9298229D0D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50843" y="5180174"/>
              <a:ext cx="1135977" cy="1049126"/>
            </a:xfrm>
            <a:prstGeom prst="rect">
              <a:avLst/>
            </a:prstGeom>
          </p:spPr>
        </p:pic>
      </p:grpSp>
      <p:grpSp>
        <p:nvGrpSpPr>
          <p:cNvPr id="57" name="Group 56">
            <a:extLst>
              <a:ext uri="{FF2B5EF4-FFF2-40B4-BE49-F238E27FC236}">
                <a16:creationId xmlns:a16="http://schemas.microsoft.com/office/drawing/2014/main" id="{87081818-A6FA-236E-D447-202C5E35AFF6}"/>
              </a:ext>
            </a:extLst>
          </p:cNvPr>
          <p:cNvGrpSpPr/>
          <p:nvPr/>
        </p:nvGrpSpPr>
        <p:grpSpPr>
          <a:xfrm>
            <a:off x="1916696" y="3535397"/>
            <a:ext cx="1914830" cy="1964695"/>
            <a:chOff x="511672" y="3834352"/>
            <a:chExt cx="1914830" cy="1964695"/>
          </a:xfrm>
        </p:grpSpPr>
        <p:sp>
          <p:nvSpPr>
            <p:cNvPr id="6" name="Flowchart: Connector 5">
              <a:extLst>
                <a:ext uri="{FF2B5EF4-FFF2-40B4-BE49-F238E27FC236}">
                  <a16:creationId xmlns:a16="http://schemas.microsoft.com/office/drawing/2014/main" id="{F8A51B4A-2D83-A325-9B2C-7083032CF43E}"/>
                </a:ext>
              </a:extLst>
            </p:cNvPr>
            <p:cNvSpPr/>
            <p:nvPr/>
          </p:nvSpPr>
          <p:spPr>
            <a:xfrm>
              <a:off x="511672" y="3834352"/>
              <a:ext cx="1914830" cy="1964695"/>
            </a:xfrm>
            <a:prstGeom prst="flowChartConnector">
              <a:avLst/>
            </a:prstGeom>
            <a:gradFill flip="none" rotWithShape="1">
              <a:gsLst>
                <a:gs pos="0">
                  <a:schemeClr val="accent1">
                    <a:lumMod val="50000"/>
                    <a:shade val="30000"/>
                    <a:satMod val="115000"/>
                  </a:schemeClr>
                </a:gs>
                <a:gs pos="50000">
                  <a:schemeClr val="accent1">
                    <a:lumMod val="50000"/>
                    <a:shade val="67500"/>
                    <a:satMod val="115000"/>
                  </a:schemeClr>
                </a:gs>
                <a:gs pos="100000">
                  <a:schemeClr val="accent1">
                    <a:lumMod val="50000"/>
                    <a:shade val="100000"/>
                    <a:satMod val="115000"/>
                  </a:schemeClr>
                </a:gs>
              </a:gsLst>
              <a:lin ang="5400000" scaled="1"/>
              <a:tileRect/>
            </a:gra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4" name="Graphic 53" descr="Garbage">
              <a:extLst>
                <a:ext uri="{FF2B5EF4-FFF2-40B4-BE49-F238E27FC236}">
                  <a16:creationId xmlns:a16="http://schemas.microsoft.com/office/drawing/2014/main" id="{AD0D5E0F-A268-A2C0-EB75-0B0F74E1860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74038" y="4314727"/>
              <a:ext cx="990098" cy="914400"/>
            </a:xfrm>
            <a:prstGeom prst="rect">
              <a:avLst/>
            </a:prstGeom>
          </p:spPr>
        </p:pic>
      </p:grpSp>
      <p:grpSp>
        <p:nvGrpSpPr>
          <p:cNvPr id="70" name="Group 69">
            <a:extLst>
              <a:ext uri="{FF2B5EF4-FFF2-40B4-BE49-F238E27FC236}">
                <a16:creationId xmlns:a16="http://schemas.microsoft.com/office/drawing/2014/main" id="{9F87E205-1237-4950-0305-2976009CBD43}"/>
              </a:ext>
            </a:extLst>
          </p:cNvPr>
          <p:cNvGrpSpPr/>
          <p:nvPr/>
        </p:nvGrpSpPr>
        <p:grpSpPr>
          <a:xfrm>
            <a:off x="2596055" y="1049247"/>
            <a:ext cx="1674829" cy="1674829"/>
            <a:chOff x="2182653" y="498219"/>
            <a:chExt cx="1674829" cy="1674829"/>
          </a:xfrm>
        </p:grpSpPr>
        <p:sp>
          <p:nvSpPr>
            <p:cNvPr id="62" name="Flowchart: Connector 61">
              <a:extLst>
                <a:ext uri="{FF2B5EF4-FFF2-40B4-BE49-F238E27FC236}">
                  <a16:creationId xmlns:a16="http://schemas.microsoft.com/office/drawing/2014/main" id="{FDCF059C-F1B7-568D-A6D3-9946B1267C5E}"/>
                </a:ext>
              </a:extLst>
            </p:cNvPr>
            <p:cNvSpPr/>
            <p:nvPr/>
          </p:nvSpPr>
          <p:spPr>
            <a:xfrm rot="508877">
              <a:off x="2182653" y="498219"/>
              <a:ext cx="1674829" cy="1674829"/>
            </a:xfrm>
            <a:prstGeom prst="flowChartConnector">
              <a:avLst/>
            </a:prstGeom>
            <a:solidFill>
              <a:srgbClr val="33CCCC"/>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0" name="Graphic 59" descr="Processor">
              <a:extLst>
                <a:ext uri="{FF2B5EF4-FFF2-40B4-BE49-F238E27FC236}">
                  <a16:creationId xmlns:a16="http://schemas.microsoft.com/office/drawing/2014/main" id="{9C156FEA-47B2-A1CC-41EF-DE1D096735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33089" y="651627"/>
              <a:ext cx="1338064" cy="1338064"/>
            </a:xfrm>
            <a:prstGeom prst="rect">
              <a:avLst/>
            </a:prstGeom>
          </p:spPr>
        </p:pic>
      </p:grpSp>
      <p:sp>
        <p:nvSpPr>
          <p:cNvPr id="65" name="Flowchart: Connector 64">
            <a:extLst>
              <a:ext uri="{FF2B5EF4-FFF2-40B4-BE49-F238E27FC236}">
                <a16:creationId xmlns:a16="http://schemas.microsoft.com/office/drawing/2014/main" id="{37F43167-1467-FDC7-CC79-F121F22E92A0}"/>
              </a:ext>
            </a:extLst>
          </p:cNvPr>
          <p:cNvSpPr/>
          <p:nvPr/>
        </p:nvSpPr>
        <p:spPr>
          <a:xfrm>
            <a:off x="6496773" y="3046796"/>
            <a:ext cx="3533617" cy="3238116"/>
          </a:xfrm>
          <a:prstGeom prst="flowChartConnector">
            <a:avLst/>
          </a:prstGeom>
          <a:solidFill>
            <a:srgbClr val="002060"/>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Smart Waste Mapping Helmet → detects waste → records location/time/type → creates a waste-hotspot map → generates reports for the municipal authority</a:t>
            </a:r>
            <a:endParaRPr lang="en-IN" dirty="0"/>
          </a:p>
        </p:txBody>
      </p:sp>
      <p:sp>
        <p:nvSpPr>
          <p:cNvPr id="2" name="Flowchart: Connector 1">
            <a:extLst>
              <a:ext uri="{FF2B5EF4-FFF2-40B4-BE49-F238E27FC236}">
                <a16:creationId xmlns:a16="http://schemas.microsoft.com/office/drawing/2014/main" id="{9B87410E-223D-F48A-3C25-5AC6143746F3}"/>
              </a:ext>
            </a:extLst>
          </p:cNvPr>
          <p:cNvSpPr/>
          <p:nvPr/>
        </p:nvSpPr>
        <p:spPr>
          <a:xfrm>
            <a:off x="4322193" y="2016158"/>
            <a:ext cx="2881457" cy="2875961"/>
          </a:xfrm>
          <a:prstGeom prst="flowChartConnector">
            <a:avLst/>
          </a:prstGeom>
          <a:solidFill>
            <a:schemeClr val="tx1"/>
          </a:solidFill>
          <a:effectLst>
            <a:outerShdw blurRad="279400" dist="254000" dir="8100000" algn="tr" rotWithShape="0">
              <a:prstClr val="black">
                <a:alpha val="5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Arial Black" panose="020B0A04020102020204" pitchFamily="34" charset="0"/>
              </a:rPr>
              <a:t>SMART WASTE </a:t>
            </a:r>
          </a:p>
          <a:p>
            <a:pPr algn="ctr"/>
            <a:r>
              <a:rPr lang="en-IN" sz="2400" b="1" dirty="0">
                <a:latin typeface="Arial Black" panose="020B0A04020102020204" pitchFamily="34" charset="0"/>
              </a:rPr>
              <a:t>MAPPING HELMET</a:t>
            </a:r>
          </a:p>
        </p:txBody>
      </p:sp>
      <p:sp>
        <p:nvSpPr>
          <p:cNvPr id="11" name="Flowchart: Connector 10">
            <a:extLst>
              <a:ext uri="{FF2B5EF4-FFF2-40B4-BE49-F238E27FC236}">
                <a16:creationId xmlns:a16="http://schemas.microsoft.com/office/drawing/2014/main" id="{683ED23D-53A8-F1E4-9DC7-384C53341D29}"/>
              </a:ext>
            </a:extLst>
          </p:cNvPr>
          <p:cNvSpPr/>
          <p:nvPr/>
        </p:nvSpPr>
        <p:spPr>
          <a:xfrm>
            <a:off x="8997762" y="2174057"/>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Connector 13">
            <a:extLst>
              <a:ext uri="{FF2B5EF4-FFF2-40B4-BE49-F238E27FC236}">
                <a16:creationId xmlns:a16="http://schemas.microsoft.com/office/drawing/2014/main" id="{481A0E2F-6F36-17B9-0AFA-55B89F06FD9D}"/>
              </a:ext>
            </a:extLst>
          </p:cNvPr>
          <p:cNvSpPr/>
          <p:nvPr/>
        </p:nvSpPr>
        <p:spPr>
          <a:xfrm>
            <a:off x="1441547" y="499941"/>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Connector 17">
            <a:extLst>
              <a:ext uri="{FF2B5EF4-FFF2-40B4-BE49-F238E27FC236}">
                <a16:creationId xmlns:a16="http://schemas.microsoft.com/office/drawing/2014/main" id="{A321FD04-A4C3-DCD6-5E21-E523B5BEA5D3}"/>
              </a:ext>
            </a:extLst>
          </p:cNvPr>
          <p:cNvSpPr/>
          <p:nvPr/>
        </p:nvSpPr>
        <p:spPr>
          <a:xfrm>
            <a:off x="7249092" y="539308"/>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Connector 19">
            <a:extLst>
              <a:ext uri="{FF2B5EF4-FFF2-40B4-BE49-F238E27FC236}">
                <a16:creationId xmlns:a16="http://schemas.microsoft.com/office/drawing/2014/main" id="{D06C7205-940B-1606-8FE9-2C66F858F007}"/>
              </a:ext>
            </a:extLst>
          </p:cNvPr>
          <p:cNvSpPr/>
          <p:nvPr/>
        </p:nvSpPr>
        <p:spPr>
          <a:xfrm>
            <a:off x="3565929" y="5537856"/>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Connector 21">
            <a:extLst>
              <a:ext uri="{FF2B5EF4-FFF2-40B4-BE49-F238E27FC236}">
                <a16:creationId xmlns:a16="http://schemas.microsoft.com/office/drawing/2014/main" id="{1E1BE9AF-C7D9-C310-44F1-7071AC48511A}"/>
              </a:ext>
            </a:extLst>
          </p:cNvPr>
          <p:cNvSpPr/>
          <p:nvPr/>
        </p:nvSpPr>
        <p:spPr>
          <a:xfrm>
            <a:off x="1931087" y="2460199"/>
            <a:ext cx="1121790" cy="112179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3" name="Group 22">
            <a:extLst>
              <a:ext uri="{FF2B5EF4-FFF2-40B4-BE49-F238E27FC236}">
                <a16:creationId xmlns:a16="http://schemas.microsoft.com/office/drawing/2014/main" id="{2961B2F0-CD0D-E7DF-084A-DCA23595B6FE}"/>
              </a:ext>
            </a:extLst>
          </p:cNvPr>
          <p:cNvGrpSpPr/>
          <p:nvPr/>
        </p:nvGrpSpPr>
        <p:grpSpPr>
          <a:xfrm>
            <a:off x="9551334" y="-134214"/>
            <a:ext cx="4180653" cy="7432406"/>
            <a:chOff x="-105087" y="-678834"/>
            <a:chExt cx="4180653" cy="7432406"/>
          </a:xfrm>
        </p:grpSpPr>
        <p:sp>
          <p:nvSpPr>
            <p:cNvPr id="24" name="Hexagon 23">
              <a:extLst>
                <a:ext uri="{FF2B5EF4-FFF2-40B4-BE49-F238E27FC236}">
                  <a16:creationId xmlns:a16="http://schemas.microsoft.com/office/drawing/2014/main" id="{B8CFE72B-11E8-7D86-A0C0-22F37FA7C24B}"/>
                </a:ext>
              </a:extLst>
            </p:cNvPr>
            <p:cNvSpPr/>
            <p:nvPr/>
          </p:nvSpPr>
          <p:spPr>
            <a:xfrm rot="16200000">
              <a:off x="-232612" y="-551309"/>
              <a:ext cx="1849120" cy="1594069"/>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Hexagon 24">
              <a:extLst>
                <a:ext uri="{FF2B5EF4-FFF2-40B4-BE49-F238E27FC236}">
                  <a16:creationId xmlns:a16="http://schemas.microsoft.com/office/drawing/2014/main" id="{FDD98DAC-9531-BB8A-9A62-3FE70BC6DF2B}"/>
                </a:ext>
              </a:extLst>
            </p:cNvPr>
            <p:cNvSpPr/>
            <p:nvPr/>
          </p:nvSpPr>
          <p:spPr>
            <a:xfrm rot="16200000">
              <a:off x="1442020" y="-551309"/>
              <a:ext cx="1849120" cy="1594069"/>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Hexagon 25">
              <a:extLst>
                <a:ext uri="{FF2B5EF4-FFF2-40B4-BE49-F238E27FC236}">
                  <a16:creationId xmlns:a16="http://schemas.microsoft.com/office/drawing/2014/main" id="{B8B93F90-B514-B898-873E-F1DBF182D8C4}"/>
                </a:ext>
              </a:extLst>
            </p:cNvPr>
            <p:cNvSpPr/>
            <p:nvPr/>
          </p:nvSpPr>
          <p:spPr>
            <a:xfrm rot="16200000">
              <a:off x="3316950" y="5994956"/>
              <a:ext cx="814810" cy="702422"/>
            </a:xfrm>
            <a:prstGeom prst="hexagon">
              <a:avLst/>
            </a:prstGeom>
            <a:no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Hexagon 26">
              <a:extLst>
                <a:ext uri="{FF2B5EF4-FFF2-40B4-BE49-F238E27FC236}">
                  <a16:creationId xmlns:a16="http://schemas.microsoft.com/office/drawing/2014/main" id="{5FE47725-A1A1-9F2A-1225-0E4FFB6F00C8}"/>
                </a:ext>
              </a:extLst>
            </p:cNvPr>
            <p:cNvSpPr/>
            <p:nvPr/>
          </p:nvSpPr>
          <p:spPr>
            <a:xfrm rot="16200000">
              <a:off x="1122425" y="924589"/>
              <a:ext cx="814810" cy="702422"/>
            </a:xfrm>
            <a:prstGeom prst="hexagon">
              <a:avLst/>
            </a:prstGeom>
            <a:solidFill>
              <a:srgbClr val="F9DE13"/>
            </a:solidFill>
            <a:ln w="3175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9" name="Hexagon 28">
            <a:extLst>
              <a:ext uri="{FF2B5EF4-FFF2-40B4-BE49-F238E27FC236}">
                <a16:creationId xmlns:a16="http://schemas.microsoft.com/office/drawing/2014/main" id="{485EBB39-1FC3-1F03-56B1-E442D5D62AE9}"/>
              </a:ext>
            </a:extLst>
          </p:cNvPr>
          <p:cNvSpPr/>
          <p:nvPr/>
        </p:nvSpPr>
        <p:spPr>
          <a:xfrm rot="16200000">
            <a:off x="10422402" y="5460015"/>
            <a:ext cx="2230120" cy="1922517"/>
          </a:xfrm>
          <a:prstGeom prst="hexagon">
            <a:avLst/>
          </a:prstGeom>
          <a:gradFill>
            <a:gsLst>
              <a:gs pos="0">
                <a:srgbClr val="E19837">
                  <a:shade val="30000"/>
                  <a:satMod val="115000"/>
                </a:srgbClr>
              </a:gs>
              <a:gs pos="50000">
                <a:srgbClr val="E19837">
                  <a:shade val="67500"/>
                  <a:satMod val="115000"/>
                </a:srgbClr>
              </a:gs>
              <a:gs pos="100000">
                <a:srgbClr val="E19837">
                  <a:shade val="100000"/>
                  <a:satMod val="115000"/>
                </a:srgbClr>
              </a:gs>
            </a:gsLst>
            <a:lin ang="0" scaled="1"/>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0" name="Group 29">
            <a:extLst>
              <a:ext uri="{FF2B5EF4-FFF2-40B4-BE49-F238E27FC236}">
                <a16:creationId xmlns:a16="http://schemas.microsoft.com/office/drawing/2014/main" id="{920891C9-6703-97ED-F421-B7EBA9982F95}"/>
              </a:ext>
            </a:extLst>
          </p:cNvPr>
          <p:cNvGrpSpPr/>
          <p:nvPr/>
        </p:nvGrpSpPr>
        <p:grpSpPr>
          <a:xfrm>
            <a:off x="11243712" y="5855040"/>
            <a:ext cx="566243" cy="819608"/>
            <a:chOff x="4374763" y="3784748"/>
            <a:chExt cx="566243" cy="819608"/>
          </a:xfrm>
        </p:grpSpPr>
        <p:sp>
          <p:nvSpPr>
            <p:cNvPr id="31" name="Freeform: Shape 30">
              <a:extLst>
                <a:ext uri="{FF2B5EF4-FFF2-40B4-BE49-F238E27FC236}">
                  <a16:creationId xmlns:a16="http://schemas.microsoft.com/office/drawing/2014/main" id="{282352BE-CAF6-FD83-E8B8-0992F866242A}"/>
                </a:ext>
              </a:extLst>
            </p:cNvPr>
            <p:cNvSpPr/>
            <p:nvPr/>
          </p:nvSpPr>
          <p:spPr>
            <a:xfrm>
              <a:off x="4494778" y="3784748"/>
              <a:ext cx="80009" cy="80009"/>
            </a:xfrm>
            <a:custGeom>
              <a:avLst/>
              <a:gdLst>
                <a:gd name="csX0" fmla="*/ 40005 w 80009"/>
                <a:gd name="csY0" fmla="*/ 0 h 80009"/>
                <a:gd name="csX1" fmla="*/ 0 w 80009"/>
                <a:gd name="csY1" fmla="*/ 40005 h 80009"/>
                <a:gd name="csX2" fmla="*/ 40005 w 80009"/>
                <a:gd name="csY2" fmla="*/ 80010 h 80009"/>
                <a:gd name="csX3" fmla="*/ 80010 w 80009"/>
                <a:gd name="csY3" fmla="*/ 40005 h 80009"/>
                <a:gd name="csX4" fmla="*/ 40005 w 80009"/>
                <a:gd name="csY4" fmla="*/ 0 h 80009"/>
              </a:gdLst>
              <a:ahLst/>
              <a:cxnLst>
                <a:cxn ang="0">
                  <a:pos x="csX0" y="csY0"/>
                </a:cxn>
                <a:cxn ang="0">
                  <a:pos x="csX1" y="csY1"/>
                </a:cxn>
                <a:cxn ang="0">
                  <a:pos x="csX2" y="csY2"/>
                </a:cxn>
                <a:cxn ang="0">
                  <a:pos x="csX3" y="csY3"/>
                </a:cxn>
                <a:cxn ang="0">
                  <a:pos x="csX4" y="csY4"/>
                </a:cxn>
              </a:cxnLst>
              <a:rect l="l" t="t" r="r" b="b"/>
              <a:pathLst>
                <a:path w="80009" h="80009">
                  <a:moveTo>
                    <a:pt x="40005" y="0"/>
                  </a:moveTo>
                  <a:cubicBezTo>
                    <a:pt x="18097" y="0"/>
                    <a:pt x="0" y="18097"/>
                    <a:pt x="0" y="40005"/>
                  </a:cubicBezTo>
                  <a:cubicBezTo>
                    <a:pt x="0" y="61913"/>
                    <a:pt x="18097" y="80010"/>
                    <a:pt x="40005" y="80010"/>
                  </a:cubicBezTo>
                  <a:cubicBezTo>
                    <a:pt x="61913" y="80010"/>
                    <a:pt x="80010" y="61913"/>
                    <a:pt x="80010" y="40005"/>
                  </a:cubicBezTo>
                  <a:cubicBezTo>
                    <a:pt x="80010" y="18097"/>
                    <a:pt x="61913" y="0"/>
                    <a:pt x="40005" y="0"/>
                  </a:cubicBezTo>
                  <a:close/>
                </a:path>
              </a:pathLst>
            </a:custGeom>
            <a:solidFill>
              <a:srgbClr val="000000"/>
            </a:solidFill>
            <a:ln w="9525" cap="flat">
              <a:noFill/>
              <a:prstDash val="solid"/>
              <a:miter/>
            </a:ln>
          </p:spPr>
          <p:txBody>
            <a:bodyPr/>
            <a:lstStyle/>
            <a:p>
              <a:endParaRPr lang="en-IN"/>
            </a:p>
          </p:txBody>
        </p:sp>
        <p:sp>
          <p:nvSpPr>
            <p:cNvPr id="32" name="Oval 31">
              <a:extLst>
                <a:ext uri="{FF2B5EF4-FFF2-40B4-BE49-F238E27FC236}">
                  <a16:creationId xmlns:a16="http://schemas.microsoft.com/office/drawing/2014/main" id="{E65B8F8C-08C3-B024-9CC1-D93B66239DF1}"/>
                </a:ext>
              </a:extLst>
            </p:cNvPr>
            <p:cNvSpPr/>
            <p:nvPr/>
          </p:nvSpPr>
          <p:spPr>
            <a:xfrm>
              <a:off x="4374763" y="3978106"/>
              <a:ext cx="80010" cy="80010"/>
            </a:xfrm>
            <a:prstGeom prst="ellipse">
              <a:avLst/>
            </a:prstGeom>
            <a:solidFill>
              <a:srgbClr val="000000"/>
            </a:solidFill>
            <a:ln w="9525" cap="flat">
              <a:noFill/>
              <a:prstDash val="solid"/>
              <a:miter/>
            </a:ln>
          </p:spPr>
          <p:txBody>
            <a:bodyPr/>
            <a:lstStyle/>
            <a:p>
              <a:endParaRPr lang="en-IN"/>
            </a:p>
          </p:txBody>
        </p:sp>
        <p:sp>
          <p:nvSpPr>
            <p:cNvPr id="33" name="Freeform: Shape 32">
              <a:extLst>
                <a:ext uri="{FF2B5EF4-FFF2-40B4-BE49-F238E27FC236}">
                  <a16:creationId xmlns:a16="http://schemas.microsoft.com/office/drawing/2014/main" id="{DDA97785-AFA4-6BE9-8432-04269DC580FE}"/>
                </a:ext>
              </a:extLst>
            </p:cNvPr>
            <p:cNvSpPr/>
            <p:nvPr/>
          </p:nvSpPr>
          <p:spPr>
            <a:xfrm>
              <a:off x="4569531" y="435670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34" name="Freeform: Shape 33">
              <a:extLst>
                <a:ext uri="{FF2B5EF4-FFF2-40B4-BE49-F238E27FC236}">
                  <a16:creationId xmlns:a16="http://schemas.microsoft.com/office/drawing/2014/main" id="{D02AD543-538C-0B0D-217D-4B145E4AEC91}"/>
                </a:ext>
              </a:extLst>
            </p:cNvPr>
            <p:cNvSpPr/>
            <p:nvPr/>
          </p:nvSpPr>
          <p:spPr>
            <a:xfrm>
              <a:off x="4569531" y="4451956"/>
              <a:ext cx="247650" cy="57150"/>
            </a:xfrm>
            <a:custGeom>
              <a:avLst/>
              <a:gdLst>
                <a:gd name="csX0" fmla="*/ 28575 w 247650"/>
                <a:gd name="csY0" fmla="*/ 0 h 57150"/>
                <a:gd name="csX1" fmla="*/ 219075 w 247650"/>
                <a:gd name="csY1" fmla="*/ 0 h 57150"/>
                <a:gd name="csX2" fmla="*/ 247650 w 247650"/>
                <a:gd name="csY2" fmla="*/ 28575 h 57150"/>
                <a:gd name="csX3" fmla="*/ 219075 w 247650"/>
                <a:gd name="csY3" fmla="*/ 57150 h 57150"/>
                <a:gd name="csX4" fmla="*/ 28575 w 247650"/>
                <a:gd name="csY4" fmla="*/ 57150 h 57150"/>
                <a:gd name="csX5" fmla="*/ 0 w 247650"/>
                <a:gd name="csY5" fmla="*/ 28575 h 57150"/>
                <a:gd name="csX6" fmla="*/ 28575 w 247650"/>
                <a:gd name="csY6" fmla="*/ 0 h 571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7650" h="57150">
                  <a:moveTo>
                    <a:pt x="28575" y="0"/>
                  </a:moveTo>
                  <a:lnTo>
                    <a:pt x="219075" y="0"/>
                  </a:lnTo>
                  <a:cubicBezTo>
                    <a:pt x="235268" y="0"/>
                    <a:pt x="247650" y="12383"/>
                    <a:pt x="247650" y="28575"/>
                  </a:cubicBezTo>
                  <a:cubicBezTo>
                    <a:pt x="247650" y="44767"/>
                    <a:pt x="235268" y="57150"/>
                    <a:pt x="219075" y="57150"/>
                  </a:cubicBezTo>
                  <a:lnTo>
                    <a:pt x="28575" y="57150"/>
                  </a:lnTo>
                  <a:cubicBezTo>
                    <a:pt x="12382" y="57150"/>
                    <a:pt x="0" y="44767"/>
                    <a:pt x="0" y="28575"/>
                  </a:cubicBezTo>
                  <a:cubicBezTo>
                    <a:pt x="0" y="12383"/>
                    <a:pt x="12382" y="0"/>
                    <a:pt x="28575" y="0"/>
                  </a:cubicBezTo>
                  <a:close/>
                </a:path>
              </a:pathLst>
            </a:custGeom>
            <a:solidFill>
              <a:srgbClr val="000000"/>
            </a:solidFill>
            <a:ln w="9525" cap="flat">
              <a:noFill/>
              <a:prstDash val="solid"/>
              <a:miter/>
            </a:ln>
          </p:spPr>
          <p:txBody>
            <a:bodyPr/>
            <a:lstStyle/>
            <a:p>
              <a:endParaRPr lang="en-IN"/>
            </a:p>
          </p:txBody>
        </p:sp>
        <p:sp>
          <p:nvSpPr>
            <p:cNvPr id="35" name="Freeform: Shape 34">
              <a:extLst>
                <a:ext uri="{FF2B5EF4-FFF2-40B4-BE49-F238E27FC236}">
                  <a16:creationId xmlns:a16="http://schemas.microsoft.com/office/drawing/2014/main" id="{DBA18491-83BB-AC5F-30E0-E019E1C2F581}"/>
                </a:ext>
              </a:extLst>
            </p:cNvPr>
            <p:cNvSpPr/>
            <p:nvPr/>
          </p:nvSpPr>
          <p:spPr>
            <a:xfrm>
              <a:off x="4631443" y="4547206"/>
              <a:ext cx="123825" cy="57150"/>
            </a:xfrm>
            <a:custGeom>
              <a:avLst/>
              <a:gdLst>
                <a:gd name="csX0" fmla="*/ 0 w 123825"/>
                <a:gd name="csY0" fmla="*/ 0 h 57150"/>
                <a:gd name="csX1" fmla="*/ 61913 w 123825"/>
                <a:gd name="csY1" fmla="*/ 57150 h 57150"/>
                <a:gd name="csX2" fmla="*/ 123825 w 123825"/>
                <a:gd name="csY2" fmla="*/ 0 h 57150"/>
                <a:gd name="csX3" fmla="*/ 0 w 123825"/>
                <a:gd name="csY3" fmla="*/ 0 h 57150"/>
              </a:gdLst>
              <a:ahLst/>
              <a:cxnLst>
                <a:cxn ang="0">
                  <a:pos x="csX0" y="csY0"/>
                </a:cxn>
                <a:cxn ang="0">
                  <a:pos x="csX1" y="csY1"/>
                </a:cxn>
                <a:cxn ang="0">
                  <a:pos x="csX2" y="csY2"/>
                </a:cxn>
                <a:cxn ang="0">
                  <a:pos x="csX3" y="csY3"/>
                </a:cxn>
              </a:cxnLst>
              <a:rect l="l" t="t" r="r" b="b"/>
              <a:pathLst>
                <a:path w="123825" h="57150">
                  <a:moveTo>
                    <a:pt x="0" y="0"/>
                  </a:moveTo>
                  <a:cubicBezTo>
                    <a:pt x="2857" y="32385"/>
                    <a:pt x="29527" y="57150"/>
                    <a:pt x="61913" y="57150"/>
                  </a:cubicBezTo>
                  <a:cubicBezTo>
                    <a:pt x="94298" y="57150"/>
                    <a:pt x="120968" y="32385"/>
                    <a:pt x="123825" y="0"/>
                  </a:cubicBezTo>
                  <a:lnTo>
                    <a:pt x="0" y="0"/>
                  </a:lnTo>
                  <a:close/>
                </a:path>
              </a:pathLst>
            </a:custGeom>
            <a:solidFill>
              <a:srgbClr val="000000"/>
            </a:solidFill>
            <a:ln w="9525" cap="flat">
              <a:noFill/>
              <a:prstDash val="solid"/>
              <a:miter/>
            </a:ln>
          </p:spPr>
          <p:txBody>
            <a:bodyPr/>
            <a:lstStyle/>
            <a:p>
              <a:endParaRPr lang="en-IN"/>
            </a:p>
          </p:txBody>
        </p:sp>
        <p:sp>
          <p:nvSpPr>
            <p:cNvPr id="36" name="Freeform: Shape 35">
              <a:extLst>
                <a:ext uri="{FF2B5EF4-FFF2-40B4-BE49-F238E27FC236}">
                  <a16:creationId xmlns:a16="http://schemas.microsoft.com/office/drawing/2014/main" id="{8BA4CD3A-A5A5-2078-2CD5-2FAF3E282226}"/>
                </a:ext>
              </a:extLst>
            </p:cNvPr>
            <p:cNvSpPr/>
            <p:nvPr/>
          </p:nvSpPr>
          <p:spPr>
            <a:xfrm>
              <a:off x="4445706" y="3804256"/>
              <a:ext cx="495300" cy="514350"/>
            </a:xfrm>
            <a:custGeom>
              <a:avLst/>
              <a:gdLst>
                <a:gd name="csX0" fmla="*/ 247650 w 495300"/>
                <a:gd name="csY0" fmla="*/ 0 h 514350"/>
                <a:gd name="csX1" fmla="*/ 247650 w 495300"/>
                <a:gd name="csY1" fmla="*/ 0 h 514350"/>
                <a:gd name="csX2" fmla="*/ 247650 w 495300"/>
                <a:gd name="csY2" fmla="*/ 0 h 514350"/>
                <a:gd name="csX3" fmla="*/ 0 w 495300"/>
                <a:gd name="csY3" fmla="*/ 244793 h 514350"/>
                <a:gd name="csX4" fmla="*/ 0 w 495300"/>
                <a:gd name="csY4" fmla="*/ 253365 h 514350"/>
                <a:gd name="csX5" fmla="*/ 17145 w 495300"/>
                <a:gd name="csY5" fmla="*/ 339090 h 514350"/>
                <a:gd name="csX6" fmla="*/ 60007 w 495300"/>
                <a:gd name="csY6" fmla="*/ 409575 h 514350"/>
                <a:gd name="csX7" fmla="*/ 118110 w 495300"/>
                <a:gd name="csY7" fmla="*/ 503873 h 514350"/>
                <a:gd name="csX8" fmla="*/ 135255 w 495300"/>
                <a:gd name="csY8" fmla="*/ 514350 h 514350"/>
                <a:gd name="csX9" fmla="*/ 360045 w 495300"/>
                <a:gd name="csY9" fmla="*/ 514350 h 514350"/>
                <a:gd name="csX10" fmla="*/ 377190 w 495300"/>
                <a:gd name="csY10" fmla="*/ 503873 h 514350"/>
                <a:gd name="csX11" fmla="*/ 435292 w 495300"/>
                <a:gd name="csY11" fmla="*/ 409575 h 514350"/>
                <a:gd name="csX12" fmla="*/ 478155 w 495300"/>
                <a:gd name="csY12" fmla="*/ 339090 h 514350"/>
                <a:gd name="csX13" fmla="*/ 495300 w 495300"/>
                <a:gd name="csY13" fmla="*/ 253365 h 514350"/>
                <a:gd name="csX14" fmla="*/ 495300 w 495300"/>
                <a:gd name="csY14" fmla="*/ 244793 h 514350"/>
                <a:gd name="csX15" fmla="*/ 247650 w 495300"/>
                <a:gd name="csY15" fmla="*/ 0 h 514350"/>
                <a:gd name="csX16" fmla="*/ 438150 w 495300"/>
                <a:gd name="csY16" fmla="*/ 252413 h 514350"/>
                <a:gd name="csX17" fmla="*/ 424815 w 495300"/>
                <a:gd name="csY17" fmla="*/ 319088 h 514350"/>
                <a:gd name="csX18" fmla="*/ 392430 w 495300"/>
                <a:gd name="csY18" fmla="*/ 371475 h 514350"/>
                <a:gd name="csX19" fmla="*/ 337185 w 495300"/>
                <a:gd name="csY19" fmla="*/ 457200 h 514350"/>
                <a:gd name="csX20" fmla="*/ 247650 w 495300"/>
                <a:gd name="csY20" fmla="*/ 457200 h 514350"/>
                <a:gd name="csX21" fmla="*/ 159068 w 495300"/>
                <a:gd name="csY21" fmla="*/ 457200 h 514350"/>
                <a:gd name="csX22" fmla="*/ 103823 w 495300"/>
                <a:gd name="csY22" fmla="*/ 371475 h 514350"/>
                <a:gd name="csX23" fmla="*/ 71438 w 495300"/>
                <a:gd name="csY23" fmla="*/ 319088 h 514350"/>
                <a:gd name="csX24" fmla="*/ 58103 w 495300"/>
                <a:gd name="csY24" fmla="*/ 252413 h 514350"/>
                <a:gd name="csX25" fmla="*/ 58103 w 495300"/>
                <a:gd name="csY25" fmla="*/ 244793 h 514350"/>
                <a:gd name="csX26" fmla="*/ 248602 w 495300"/>
                <a:gd name="csY26" fmla="*/ 56197 h 514350"/>
                <a:gd name="csX27" fmla="*/ 248602 w 495300"/>
                <a:gd name="csY27" fmla="*/ 56197 h 514350"/>
                <a:gd name="csX28" fmla="*/ 248602 w 495300"/>
                <a:gd name="csY28" fmla="*/ 56197 h 514350"/>
                <a:gd name="csX29" fmla="*/ 248602 w 495300"/>
                <a:gd name="csY29" fmla="*/ 56197 h 514350"/>
                <a:gd name="csX30" fmla="*/ 248602 w 495300"/>
                <a:gd name="csY30" fmla="*/ 56197 h 514350"/>
                <a:gd name="csX31" fmla="*/ 248602 w 495300"/>
                <a:gd name="csY31" fmla="*/ 56197 h 514350"/>
                <a:gd name="csX32" fmla="*/ 248602 w 495300"/>
                <a:gd name="csY32" fmla="*/ 56197 h 514350"/>
                <a:gd name="csX33" fmla="*/ 439103 w 495300"/>
                <a:gd name="csY33" fmla="*/ 244793 h 514350"/>
                <a:gd name="csX34" fmla="*/ 439103 w 495300"/>
                <a:gd name="csY34" fmla="*/ 252413 h 514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95300" h="514350">
                  <a:moveTo>
                    <a:pt x="247650" y="0"/>
                  </a:moveTo>
                  <a:cubicBezTo>
                    <a:pt x="247650" y="0"/>
                    <a:pt x="247650" y="0"/>
                    <a:pt x="247650" y="0"/>
                  </a:cubicBezTo>
                  <a:cubicBezTo>
                    <a:pt x="247650" y="0"/>
                    <a:pt x="247650" y="0"/>
                    <a:pt x="247650" y="0"/>
                  </a:cubicBezTo>
                  <a:cubicBezTo>
                    <a:pt x="112395" y="952"/>
                    <a:pt x="2857" y="109538"/>
                    <a:pt x="0" y="244793"/>
                  </a:cubicBezTo>
                  <a:lnTo>
                    <a:pt x="0" y="253365"/>
                  </a:lnTo>
                  <a:cubicBezTo>
                    <a:pt x="953" y="282893"/>
                    <a:pt x="6668" y="311468"/>
                    <a:pt x="17145" y="339090"/>
                  </a:cubicBezTo>
                  <a:cubicBezTo>
                    <a:pt x="27622" y="364808"/>
                    <a:pt x="41910" y="388620"/>
                    <a:pt x="60007" y="409575"/>
                  </a:cubicBezTo>
                  <a:cubicBezTo>
                    <a:pt x="82868" y="434340"/>
                    <a:pt x="107632" y="482918"/>
                    <a:pt x="118110" y="503873"/>
                  </a:cubicBezTo>
                  <a:cubicBezTo>
                    <a:pt x="120968" y="510540"/>
                    <a:pt x="127635" y="514350"/>
                    <a:pt x="135255" y="514350"/>
                  </a:cubicBezTo>
                  <a:lnTo>
                    <a:pt x="360045" y="514350"/>
                  </a:lnTo>
                  <a:cubicBezTo>
                    <a:pt x="367665" y="514350"/>
                    <a:pt x="374333" y="510540"/>
                    <a:pt x="377190" y="503873"/>
                  </a:cubicBezTo>
                  <a:cubicBezTo>
                    <a:pt x="387668" y="482918"/>
                    <a:pt x="412433" y="434340"/>
                    <a:pt x="435292" y="409575"/>
                  </a:cubicBezTo>
                  <a:cubicBezTo>
                    <a:pt x="453390" y="388620"/>
                    <a:pt x="468630" y="364808"/>
                    <a:pt x="478155" y="339090"/>
                  </a:cubicBezTo>
                  <a:cubicBezTo>
                    <a:pt x="488633" y="311468"/>
                    <a:pt x="494348" y="282893"/>
                    <a:pt x="495300" y="253365"/>
                  </a:cubicBezTo>
                  <a:lnTo>
                    <a:pt x="495300" y="244793"/>
                  </a:lnTo>
                  <a:cubicBezTo>
                    <a:pt x="492442" y="109538"/>
                    <a:pt x="382905" y="952"/>
                    <a:pt x="247650" y="0"/>
                  </a:cubicBezTo>
                  <a:close/>
                  <a:moveTo>
                    <a:pt x="438150" y="252413"/>
                  </a:moveTo>
                  <a:cubicBezTo>
                    <a:pt x="437198" y="275273"/>
                    <a:pt x="432435" y="298133"/>
                    <a:pt x="424815" y="319088"/>
                  </a:cubicBezTo>
                  <a:cubicBezTo>
                    <a:pt x="417195" y="338138"/>
                    <a:pt x="406717" y="356235"/>
                    <a:pt x="392430" y="371475"/>
                  </a:cubicBezTo>
                  <a:cubicBezTo>
                    <a:pt x="370523" y="398145"/>
                    <a:pt x="351473" y="426720"/>
                    <a:pt x="337185" y="457200"/>
                  </a:cubicBezTo>
                  <a:lnTo>
                    <a:pt x="247650" y="457200"/>
                  </a:lnTo>
                  <a:lnTo>
                    <a:pt x="159068" y="457200"/>
                  </a:lnTo>
                  <a:cubicBezTo>
                    <a:pt x="143827" y="426720"/>
                    <a:pt x="124777" y="398145"/>
                    <a:pt x="103823" y="371475"/>
                  </a:cubicBezTo>
                  <a:cubicBezTo>
                    <a:pt x="90488" y="356235"/>
                    <a:pt x="79057" y="338138"/>
                    <a:pt x="71438" y="319088"/>
                  </a:cubicBezTo>
                  <a:cubicBezTo>
                    <a:pt x="62865" y="298133"/>
                    <a:pt x="59055" y="275273"/>
                    <a:pt x="58103" y="252413"/>
                  </a:cubicBezTo>
                  <a:lnTo>
                    <a:pt x="58103" y="244793"/>
                  </a:lnTo>
                  <a:cubicBezTo>
                    <a:pt x="60007" y="140970"/>
                    <a:pt x="144780" y="57150"/>
                    <a:pt x="248602" y="56197"/>
                  </a:cubicBezTo>
                  <a:lnTo>
                    <a:pt x="248602" y="56197"/>
                  </a:lnTo>
                  <a:lnTo>
                    <a:pt x="248602" y="56197"/>
                  </a:lnTo>
                  <a:cubicBezTo>
                    <a:pt x="248602" y="56197"/>
                    <a:pt x="248602" y="56197"/>
                    <a:pt x="248602" y="56197"/>
                  </a:cubicBezTo>
                  <a:cubicBezTo>
                    <a:pt x="248602" y="56197"/>
                    <a:pt x="248602" y="56197"/>
                    <a:pt x="248602" y="56197"/>
                  </a:cubicBezTo>
                  <a:lnTo>
                    <a:pt x="248602" y="56197"/>
                  </a:lnTo>
                  <a:lnTo>
                    <a:pt x="248602" y="56197"/>
                  </a:lnTo>
                  <a:cubicBezTo>
                    <a:pt x="352425" y="57150"/>
                    <a:pt x="437198" y="140018"/>
                    <a:pt x="439103" y="244793"/>
                  </a:cubicBezTo>
                  <a:lnTo>
                    <a:pt x="439103" y="252413"/>
                  </a:lnTo>
                  <a:close/>
                </a:path>
              </a:pathLst>
            </a:custGeom>
            <a:solidFill>
              <a:srgbClr val="000000"/>
            </a:solidFill>
            <a:ln w="9525" cap="flat">
              <a:noFill/>
              <a:prstDash val="solid"/>
              <a:miter/>
            </a:ln>
          </p:spPr>
          <p:txBody>
            <a:bodyPr/>
            <a:lstStyle/>
            <a:p>
              <a:endParaRPr lang="en-IN"/>
            </a:p>
          </p:txBody>
        </p:sp>
      </p:grpSp>
      <p:grpSp>
        <p:nvGrpSpPr>
          <p:cNvPr id="10" name="Group 9">
            <a:extLst>
              <a:ext uri="{FF2B5EF4-FFF2-40B4-BE49-F238E27FC236}">
                <a16:creationId xmlns:a16="http://schemas.microsoft.com/office/drawing/2014/main" id="{1DADAAEE-E104-8CFD-A74E-5E82C5CD34D0}"/>
              </a:ext>
            </a:extLst>
          </p:cNvPr>
          <p:cNvGrpSpPr/>
          <p:nvPr/>
        </p:nvGrpSpPr>
        <p:grpSpPr>
          <a:xfrm>
            <a:off x="-6811307" y="3106184"/>
            <a:ext cx="9762925" cy="13403844"/>
            <a:chOff x="4348083" y="-404614"/>
            <a:chExt cx="8567372" cy="11762430"/>
          </a:xfrm>
          <a:gradFill>
            <a:gsLst>
              <a:gs pos="0">
                <a:srgbClr val="E19837">
                  <a:shade val="30000"/>
                  <a:satMod val="115000"/>
                </a:srgbClr>
              </a:gs>
              <a:gs pos="50000">
                <a:srgbClr val="E19837">
                  <a:shade val="67500"/>
                  <a:satMod val="115000"/>
                </a:srgbClr>
              </a:gs>
              <a:gs pos="100000">
                <a:srgbClr val="E19837">
                  <a:shade val="100000"/>
                  <a:satMod val="115000"/>
                </a:srgbClr>
              </a:gs>
            </a:gsLst>
            <a:lin ang="0" scaled="1"/>
          </a:gradFill>
          <a:effectLst>
            <a:outerShdw blurRad="152400" dist="50800" dir="16860000" algn="ctr" rotWithShape="0">
              <a:srgbClr val="000000">
                <a:alpha val="41000"/>
              </a:srgbClr>
            </a:outerShdw>
          </a:effectLst>
        </p:grpSpPr>
        <p:sp>
          <p:nvSpPr>
            <p:cNvPr id="13" name="Hexagon 12">
              <a:extLst>
                <a:ext uri="{FF2B5EF4-FFF2-40B4-BE49-F238E27FC236}">
                  <a16:creationId xmlns:a16="http://schemas.microsoft.com/office/drawing/2014/main" id="{6B299829-696B-D912-D264-980079062080}"/>
                </a:ext>
              </a:extLst>
            </p:cNvPr>
            <p:cNvSpPr/>
            <p:nvPr/>
          </p:nvSpPr>
          <p:spPr>
            <a:xfrm rot="16200000">
              <a:off x="7876084" y="2009408"/>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Hexagon 16">
              <a:extLst>
                <a:ext uri="{FF2B5EF4-FFF2-40B4-BE49-F238E27FC236}">
                  <a16:creationId xmlns:a16="http://schemas.microsoft.com/office/drawing/2014/main" id="{935C2F46-B7E7-6C97-C4E5-4536F1B7235C}"/>
                </a:ext>
              </a:extLst>
            </p:cNvPr>
            <p:cNvSpPr/>
            <p:nvPr/>
          </p:nvSpPr>
          <p:spPr>
            <a:xfrm rot="16200000">
              <a:off x="5400770" y="200940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Hexagon 18">
              <a:extLst>
                <a:ext uri="{FF2B5EF4-FFF2-40B4-BE49-F238E27FC236}">
                  <a16:creationId xmlns:a16="http://schemas.microsoft.com/office/drawing/2014/main" id="{AB425CCB-88E1-8ADD-BCBF-75F6C6BB8A50}"/>
                </a:ext>
              </a:extLst>
            </p:cNvPr>
            <p:cNvSpPr/>
            <p:nvPr/>
          </p:nvSpPr>
          <p:spPr>
            <a:xfrm rot="16200000">
              <a:off x="10360038" y="200940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Hexagon 20">
              <a:extLst>
                <a:ext uri="{FF2B5EF4-FFF2-40B4-BE49-F238E27FC236}">
                  <a16:creationId xmlns:a16="http://schemas.microsoft.com/office/drawing/2014/main" id="{96EA323B-9191-B3E6-2FF8-40F9E7E44DFC}"/>
                </a:ext>
              </a:extLst>
            </p:cNvPr>
            <p:cNvSpPr/>
            <p:nvPr/>
          </p:nvSpPr>
          <p:spPr>
            <a:xfrm rot="16200000">
              <a:off x="9082713" y="423413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Hexagon 27">
              <a:extLst>
                <a:ext uri="{FF2B5EF4-FFF2-40B4-BE49-F238E27FC236}">
                  <a16:creationId xmlns:a16="http://schemas.microsoft.com/office/drawing/2014/main" id="{DCE02591-BF4F-FC0A-8314-688A4E1A899A}"/>
                </a:ext>
              </a:extLst>
            </p:cNvPr>
            <p:cNvSpPr/>
            <p:nvPr/>
          </p:nvSpPr>
          <p:spPr>
            <a:xfrm rot="16200000">
              <a:off x="6622324" y="4234135"/>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Hexagon 36">
              <a:extLst>
                <a:ext uri="{FF2B5EF4-FFF2-40B4-BE49-F238E27FC236}">
                  <a16:creationId xmlns:a16="http://schemas.microsoft.com/office/drawing/2014/main" id="{C94B3249-ECDA-6888-6DD4-8B692FD2098E}"/>
                </a:ext>
              </a:extLst>
            </p:cNvPr>
            <p:cNvSpPr/>
            <p:nvPr/>
          </p:nvSpPr>
          <p:spPr>
            <a:xfrm rot="16200000">
              <a:off x="4158793" y="4234136"/>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Hexagon 37">
              <a:extLst>
                <a:ext uri="{FF2B5EF4-FFF2-40B4-BE49-F238E27FC236}">
                  <a16:creationId xmlns:a16="http://schemas.microsoft.com/office/drawing/2014/main" id="{032D3341-07D4-6637-2F66-7C830BFD26E5}"/>
                </a:ext>
              </a:extLst>
            </p:cNvPr>
            <p:cNvSpPr/>
            <p:nvPr/>
          </p:nvSpPr>
          <p:spPr>
            <a:xfrm rot="16200000">
              <a:off x="9118061" y="-21532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Hexagon 38">
              <a:extLst>
                <a:ext uri="{FF2B5EF4-FFF2-40B4-BE49-F238E27FC236}">
                  <a16:creationId xmlns:a16="http://schemas.microsoft.com/office/drawing/2014/main" id="{B4E64A72-430D-7390-FAEF-3947E1488C2C}"/>
                </a:ext>
              </a:extLst>
            </p:cNvPr>
            <p:cNvSpPr/>
            <p:nvPr/>
          </p:nvSpPr>
          <p:spPr>
            <a:xfrm rot="16200000">
              <a:off x="6657673" y="-215323"/>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Hexagon 39">
              <a:extLst>
                <a:ext uri="{FF2B5EF4-FFF2-40B4-BE49-F238E27FC236}">
                  <a16:creationId xmlns:a16="http://schemas.microsoft.com/office/drawing/2014/main" id="{D088E05F-4996-6784-7A77-DC32BA5AB499}"/>
                </a:ext>
              </a:extLst>
            </p:cNvPr>
            <p:cNvSpPr/>
            <p:nvPr/>
          </p:nvSpPr>
          <p:spPr>
            <a:xfrm rot="16200000">
              <a:off x="10360038" y="651157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Hexagon 42">
              <a:extLst>
                <a:ext uri="{FF2B5EF4-FFF2-40B4-BE49-F238E27FC236}">
                  <a16:creationId xmlns:a16="http://schemas.microsoft.com/office/drawing/2014/main" id="{BE8976E0-E066-1DFC-2234-EA3B7F53E5CB}"/>
                </a:ext>
              </a:extLst>
            </p:cNvPr>
            <p:cNvSpPr/>
            <p:nvPr/>
          </p:nvSpPr>
          <p:spPr>
            <a:xfrm rot="16200000">
              <a:off x="5368565"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Hexagon 44">
              <a:extLst>
                <a:ext uri="{FF2B5EF4-FFF2-40B4-BE49-F238E27FC236}">
                  <a16:creationId xmlns:a16="http://schemas.microsoft.com/office/drawing/2014/main" id="{5864B635-D42B-EE15-EE29-FE53D3489565}"/>
                </a:ext>
              </a:extLst>
            </p:cNvPr>
            <p:cNvSpPr/>
            <p:nvPr/>
          </p:nvSpPr>
          <p:spPr>
            <a:xfrm rot="16200000">
              <a:off x="7864301"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Hexagon 45">
              <a:extLst>
                <a:ext uri="{FF2B5EF4-FFF2-40B4-BE49-F238E27FC236}">
                  <a16:creationId xmlns:a16="http://schemas.microsoft.com/office/drawing/2014/main" id="{B3D5A4D5-0D14-390C-3284-0E0903849B42}"/>
                </a:ext>
              </a:extLst>
            </p:cNvPr>
            <p:cNvSpPr/>
            <p:nvPr/>
          </p:nvSpPr>
          <p:spPr>
            <a:xfrm rot="16200000">
              <a:off x="6610542"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Hexagon 48">
              <a:extLst>
                <a:ext uri="{FF2B5EF4-FFF2-40B4-BE49-F238E27FC236}">
                  <a16:creationId xmlns:a16="http://schemas.microsoft.com/office/drawing/2014/main" id="{480D4377-3DE6-2CE5-4E8D-50EE0DB1450E}"/>
                </a:ext>
              </a:extLst>
            </p:cNvPr>
            <p:cNvSpPr/>
            <p:nvPr/>
          </p:nvSpPr>
          <p:spPr>
            <a:xfrm rot="16200000">
              <a:off x="9176974"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347665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p:cNvGrpSpPr/>
        <p:nvPr/>
      </p:nvGrpSpPr>
      <p:grpSpPr>
        <a:xfrm>
          <a:off x="0" y="0"/>
          <a:ext cx="0" cy="0"/>
          <a:chOff x="0" y="0"/>
          <a:chExt cx="0" cy="0"/>
        </a:xfrm>
      </p:grpSpPr>
      <p:sp>
        <p:nvSpPr>
          <p:cNvPr id="82" name="TextBox 81">
            <a:extLst>
              <a:ext uri="{FF2B5EF4-FFF2-40B4-BE49-F238E27FC236}">
                <a16:creationId xmlns:a16="http://schemas.microsoft.com/office/drawing/2014/main" id="{00023DF8-5DCD-EC27-2BF8-D6AD46E67CA4}"/>
              </a:ext>
            </a:extLst>
          </p:cNvPr>
          <p:cNvSpPr txBox="1"/>
          <p:nvPr/>
        </p:nvSpPr>
        <p:spPr>
          <a:xfrm>
            <a:off x="3775" y="219108"/>
            <a:ext cx="12192000" cy="1077218"/>
          </a:xfrm>
          <a:prstGeom prst="rect">
            <a:avLst/>
          </a:prstGeom>
          <a:noFill/>
        </p:spPr>
        <p:txBody>
          <a:bodyPr wrap="square">
            <a:spAutoFit/>
          </a:bodyPr>
          <a:lstStyle/>
          <a:p>
            <a:pPr algn="ctr"/>
            <a:r>
              <a:rPr lang="en-IN" sz="3200" b="1" dirty="0"/>
              <a:t>🔄 How the Smart Waste Mapping Helmet Works</a:t>
            </a:r>
          </a:p>
          <a:p>
            <a:pPr algn="ctr"/>
            <a:endParaRPr lang="en-IN" sz="3200" b="1" dirty="0">
              <a:solidFill>
                <a:schemeClr val="tx1">
                  <a:lumMod val="85000"/>
                  <a:lumOff val="15000"/>
                </a:schemeClr>
              </a:solidFill>
              <a:latin typeface="Segoe UI" panose="020B0502040204020203" pitchFamily="34" charset="0"/>
              <a:cs typeface="Segoe UI" panose="020B0502040204020203" pitchFamily="34" charset="0"/>
            </a:endParaRPr>
          </a:p>
        </p:txBody>
      </p:sp>
      <p:grpSp>
        <p:nvGrpSpPr>
          <p:cNvPr id="111" name="Group 110">
            <a:extLst>
              <a:ext uri="{FF2B5EF4-FFF2-40B4-BE49-F238E27FC236}">
                <a16:creationId xmlns:a16="http://schemas.microsoft.com/office/drawing/2014/main" id="{A7E32A55-4703-C03A-BB16-CB6016E17EAC}"/>
              </a:ext>
            </a:extLst>
          </p:cNvPr>
          <p:cNvGrpSpPr/>
          <p:nvPr/>
        </p:nvGrpSpPr>
        <p:grpSpPr>
          <a:xfrm>
            <a:off x="1620321" y="1462045"/>
            <a:ext cx="13659873" cy="4674980"/>
            <a:chOff x="705921" y="1514268"/>
            <a:chExt cx="13659873" cy="4674980"/>
          </a:xfrm>
        </p:grpSpPr>
        <p:sp>
          <p:nvSpPr>
            <p:cNvPr id="68" name="Freeform 11">
              <a:extLst>
                <a:ext uri="{FF2B5EF4-FFF2-40B4-BE49-F238E27FC236}">
                  <a16:creationId xmlns:a16="http://schemas.microsoft.com/office/drawing/2014/main" id="{1B9F7568-07E7-BF85-68E0-90A7C4F010F2}"/>
                </a:ext>
              </a:extLst>
            </p:cNvPr>
            <p:cNvSpPr/>
            <p:nvPr/>
          </p:nvSpPr>
          <p:spPr>
            <a:xfrm>
              <a:off x="12686893" y="2540285"/>
              <a:ext cx="1678901" cy="1912230"/>
            </a:xfrm>
            <a:prstGeom prst="roundRect">
              <a:avLst>
                <a:gd name="adj" fmla="val 671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76" name="Freeform: Shape 75">
              <a:extLst>
                <a:ext uri="{FF2B5EF4-FFF2-40B4-BE49-F238E27FC236}">
                  <a16:creationId xmlns:a16="http://schemas.microsoft.com/office/drawing/2014/main" id="{7386DA4D-83B5-D8D0-5142-90AE4406831A}"/>
                </a:ext>
              </a:extLst>
            </p:cNvPr>
            <p:cNvSpPr/>
            <p:nvPr/>
          </p:nvSpPr>
          <p:spPr>
            <a:xfrm>
              <a:off x="1816117" y="3466729"/>
              <a:ext cx="920596" cy="769927"/>
            </a:xfrm>
            <a:custGeom>
              <a:avLst/>
              <a:gdLst>
                <a:gd name="connsiteX0" fmla="*/ -39 w 507491"/>
                <a:gd name="connsiteY0" fmla="*/ 424036 h 424433"/>
                <a:gd name="connsiteX1" fmla="*/ -39 w 507491"/>
                <a:gd name="connsiteY1" fmla="*/ 300878 h 424433"/>
                <a:gd name="connsiteX2" fmla="*/ 89020 w 507491"/>
                <a:gd name="connsiteY2" fmla="*/ 211819 h 424433"/>
                <a:gd name="connsiteX3" fmla="*/ 418394 w 507491"/>
                <a:gd name="connsiteY3" fmla="*/ 211819 h 424433"/>
                <a:gd name="connsiteX4" fmla="*/ 507453 w 507491"/>
                <a:gd name="connsiteY4" fmla="*/ 122760 h 424433"/>
                <a:gd name="connsiteX5" fmla="*/ 507453 w 507491"/>
                <a:gd name="connsiteY5" fmla="*/ -398 h 42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491" h="424433">
                  <a:moveTo>
                    <a:pt x="-39" y="424036"/>
                  </a:moveTo>
                  <a:lnTo>
                    <a:pt x="-39" y="300878"/>
                  </a:lnTo>
                  <a:cubicBezTo>
                    <a:pt x="-39" y="251691"/>
                    <a:pt x="39834" y="211819"/>
                    <a:pt x="89020" y="211819"/>
                  </a:cubicBezTo>
                  <a:lnTo>
                    <a:pt x="418394" y="211819"/>
                  </a:lnTo>
                  <a:cubicBezTo>
                    <a:pt x="467581" y="211819"/>
                    <a:pt x="507453" y="171947"/>
                    <a:pt x="507453" y="122760"/>
                  </a:cubicBezTo>
                  <a:lnTo>
                    <a:pt x="507453" y="-398"/>
                  </a:lnTo>
                </a:path>
              </a:pathLst>
            </a:custGeom>
            <a:noFill/>
            <a:ln w="9525" cap="flat">
              <a:solidFill>
                <a:schemeClr val="bg2">
                  <a:lumMod val="90000"/>
                </a:schemeClr>
              </a:solidFill>
              <a:prstDash val="solid"/>
              <a:round/>
            </a:ln>
          </p:spPr>
          <p:txBody>
            <a:bodyPr rtlCol="0" anchor="ctr"/>
            <a:lstStyle/>
            <a:p>
              <a:pPr algn="ctr"/>
              <a:endParaRPr lang="en-US" sz="1000">
                <a:latin typeface="Segoe UI" panose="020B0502040204020203" pitchFamily="34" charset="0"/>
                <a:cs typeface="Segoe UI" panose="020B0502040204020203" pitchFamily="34" charset="0"/>
              </a:endParaRPr>
            </a:p>
          </p:txBody>
        </p:sp>
        <p:sp>
          <p:nvSpPr>
            <p:cNvPr id="77" name="Freeform: Shape 76">
              <a:extLst>
                <a:ext uri="{FF2B5EF4-FFF2-40B4-BE49-F238E27FC236}">
                  <a16:creationId xmlns:a16="http://schemas.microsoft.com/office/drawing/2014/main" id="{1A3691D8-ACD1-10F7-5876-A32AC825EB58}"/>
                </a:ext>
              </a:extLst>
            </p:cNvPr>
            <p:cNvSpPr/>
            <p:nvPr/>
          </p:nvSpPr>
          <p:spPr>
            <a:xfrm>
              <a:off x="4871390" y="3466729"/>
              <a:ext cx="920599" cy="769927"/>
            </a:xfrm>
            <a:custGeom>
              <a:avLst/>
              <a:gdLst>
                <a:gd name="connsiteX0" fmla="*/ -39 w 507492"/>
                <a:gd name="connsiteY0" fmla="*/ 424036 h 424433"/>
                <a:gd name="connsiteX1" fmla="*/ -39 w 507492"/>
                <a:gd name="connsiteY1" fmla="*/ 300878 h 424433"/>
                <a:gd name="connsiteX2" fmla="*/ 89020 w 507492"/>
                <a:gd name="connsiteY2" fmla="*/ 211819 h 424433"/>
                <a:gd name="connsiteX3" fmla="*/ 418395 w 507492"/>
                <a:gd name="connsiteY3" fmla="*/ 211819 h 424433"/>
                <a:gd name="connsiteX4" fmla="*/ 507453 w 507492"/>
                <a:gd name="connsiteY4" fmla="*/ 122760 h 424433"/>
                <a:gd name="connsiteX5" fmla="*/ 507453 w 507492"/>
                <a:gd name="connsiteY5" fmla="*/ -398 h 42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492" h="424433">
                  <a:moveTo>
                    <a:pt x="-39" y="424036"/>
                  </a:moveTo>
                  <a:lnTo>
                    <a:pt x="-39" y="300878"/>
                  </a:lnTo>
                  <a:cubicBezTo>
                    <a:pt x="-39" y="251691"/>
                    <a:pt x="39833" y="211819"/>
                    <a:pt x="89020" y="211819"/>
                  </a:cubicBezTo>
                  <a:lnTo>
                    <a:pt x="418395" y="211819"/>
                  </a:lnTo>
                  <a:cubicBezTo>
                    <a:pt x="467582" y="211819"/>
                    <a:pt x="507453" y="171947"/>
                    <a:pt x="507453" y="122760"/>
                  </a:cubicBezTo>
                  <a:lnTo>
                    <a:pt x="507453" y="-398"/>
                  </a:lnTo>
                </a:path>
              </a:pathLst>
            </a:custGeom>
            <a:noFill/>
            <a:ln w="9525" cap="flat">
              <a:solidFill>
                <a:schemeClr val="bg2">
                  <a:lumMod val="90000"/>
                </a:schemeClr>
              </a:solidFill>
              <a:prstDash val="solid"/>
              <a:round/>
            </a:ln>
          </p:spPr>
          <p:txBody>
            <a:bodyPr rtlCol="0" anchor="ctr"/>
            <a:lstStyle/>
            <a:p>
              <a:pPr algn="ctr"/>
              <a:endParaRPr lang="en-US" sz="1000">
                <a:latin typeface="Segoe UI" panose="020B0502040204020203" pitchFamily="34" charset="0"/>
                <a:cs typeface="Segoe UI" panose="020B0502040204020203" pitchFamily="34" charset="0"/>
              </a:endParaRPr>
            </a:p>
          </p:txBody>
        </p:sp>
        <p:sp>
          <p:nvSpPr>
            <p:cNvPr id="78" name="Freeform: Shape 77">
              <a:extLst>
                <a:ext uri="{FF2B5EF4-FFF2-40B4-BE49-F238E27FC236}">
                  <a16:creationId xmlns:a16="http://schemas.microsoft.com/office/drawing/2014/main" id="{4DF92945-8A82-1611-9CAF-B4159BEA296E}"/>
                </a:ext>
              </a:extLst>
            </p:cNvPr>
            <p:cNvSpPr/>
            <p:nvPr/>
          </p:nvSpPr>
          <p:spPr>
            <a:xfrm>
              <a:off x="7926664" y="3466729"/>
              <a:ext cx="920596" cy="769927"/>
            </a:xfrm>
            <a:custGeom>
              <a:avLst/>
              <a:gdLst>
                <a:gd name="connsiteX0" fmla="*/ -39 w 507491"/>
                <a:gd name="connsiteY0" fmla="*/ 424036 h 424433"/>
                <a:gd name="connsiteX1" fmla="*/ -39 w 507491"/>
                <a:gd name="connsiteY1" fmla="*/ 300878 h 424433"/>
                <a:gd name="connsiteX2" fmla="*/ 89020 w 507491"/>
                <a:gd name="connsiteY2" fmla="*/ 211819 h 424433"/>
                <a:gd name="connsiteX3" fmla="*/ 418394 w 507491"/>
                <a:gd name="connsiteY3" fmla="*/ 211819 h 424433"/>
                <a:gd name="connsiteX4" fmla="*/ 507453 w 507491"/>
                <a:gd name="connsiteY4" fmla="*/ 122760 h 424433"/>
                <a:gd name="connsiteX5" fmla="*/ 507453 w 507491"/>
                <a:gd name="connsiteY5" fmla="*/ -398 h 42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491" h="424433">
                  <a:moveTo>
                    <a:pt x="-39" y="424036"/>
                  </a:moveTo>
                  <a:lnTo>
                    <a:pt x="-39" y="300878"/>
                  </a:lnTo>
                  <a:cubicBezTo>
                    <a:pt x="-39" y="251691"/>
                    <a:pt x="39833" y="211819"/>
                    <a:pt x="89020" y="211819"/>
                  </a:cubicBezTo>
                  <a:lnTo>
                    <a:pt x="418394" y="211819"/>
                  </a:lnTo>
                  <a:cubicBezTo>
                    <a:pt x="467582" y="211819"/>
                    <a:pt x="507453" y="171947"/>
                    <a:pt x="507453" y="122760"/>
                  </a:cubicBezTo>
                  <a:lnTo>
                    <a:pt x="507453" y="-398"/>
                  </a:lnTo>
                </a:path>
              </a:pathLst>
            </a:custGeom>
            <a:noFill/>
            <a:ln w="9525" cap="flat">
              <a:solidFill>
                <a:schemeClr val="bg2">
                  <a:lumMod val="90000"/>
                </a:schemeClr>
              </a:solidFill>
              <a:prstDash val="solid"/>
              <a:round/>
            </a:ln>
          </p:spPr>
          <p:txBody>
            <a:bodyPr rtlCol="0" anchor="ctr"/>
            <a:lstStyle/>
            <a:p>
              <a:pPr algn="ctr"/>
              <a:endParaRPr lang="en-US" sz="1000">
                <a:latin typeface="Segoe UI" panose="020B0502040204020203" pitchFamily="34" charset="0"/>
                <a:cs typeface="Segoe UI" panose="020B0502040204020203" pitchFamily="34" charset="0"/>
              </a:endParaRPr>
            </a:p>
          </p:txBody>
        </p:sp>
        <p:sp>
          <p:nvSpPr>
            <p:cNvPr id="79" name="Freeform: Shape 78">
              <a:extLst>
                <a:ext uri="{FF2B5EF4-FFF2-40B4-BE49-F238E27FC236}">
                  <a16:creationId xmlns:a16="http://schemas.microsoft.com/office/drawing/2014/main" id="{6A1FE7D9-62EB-BAD4-47EF-6C3D82D694F1}"/>
                </a:ext>
              </a:extLst>
            </p:cNvPr>
            <p:cNvSpPr/>
            <p:nvPr/>
          </p:nvSpPr>
          <p:spPr>
            <a:xfrm>
              <a:off x="3344741" y="3466729"/>
              <a:ext cx="920596" cy="769927"/>
            </a:xfrm>
            <a:custGeom>
              <a:avLst/>
              <a:gdLst>
                <a:gd name="connsiteX0" fmla="*/ 507453 w 507491"/>
                <a:gd name="connsiteY0" fmla="*/ 424036 h 424433"/>
                <a:gd name="connsiteX1" fmla="*/ 507453 w 507491"/>
                <a:gd name="connsiteY1" fmla="*/ 300878 h 424433"/>
                <a:gd name="connsiteX2" fmla="*/ 418394 w 507491"/>
                <a:gd name="connsiteY2" fmla="*/ 211819 h 424433"/>
                <a:gd name="connsiteX3" fmla="*/ 89020 w 507491"/>
                <a:gd name="connsiteY3" fmla="*/ 211819 h 424433"/>
                <a:gd name="connsiteX4" fmla="*/ -39 w 507491"/>
                <a:gd name="connsiteY4" fmla="*/ 122760 h 424433"/>
                <a:gd name="connsiteX5" fmla="*/ -39 w 507491"/>
                <a:gd name="connsiteY5" fmla="*/ -398 h 42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491" h="424433">
                  <a:moveTo>
                    <a:pt x="507453" y="424036"/>
                  </a:moveTo>
                  <a:lnTo>
                    <a:pt x="507453" y="300878"/>
                  </a:lnTo>
                  <a:cubicBezTo>
                    <a:pt x="507453" y="251691"/>
                    <a:pt x="467582" y="211819"/>
                    <a:pt x="418394" y="211819"/>
                  </a:cubicBezTo>
                  <a:lnTo>
                    <a:pt x="89020" y="211819"/>
                  </a:lnTo>
                  <a:cubicBezTo>
                    <a:pt x="39833" y="211819"/>
                    <a:pt x="-39" y="171947"/>
                    <a:pt x="-39" y="122760"/>
                  </a:cubicBezTo>
                  <a:lnTo>
                    <a:pt x="-39" y="-398"/>
                  </a:lnTo>
                </a:path>
              </a:pathLst>
            </a:custGeom>
            <a:noFill/>
            <a:ln w="9525" cap="flat">
              <a:solidFill>
                <a:schemeClr val="bg2">
                  <a:lumMod val="90000"/>
                </a:schemeClr>
              </a:solidFill>
              <a:prstDash val="solid"/>
              <a:round/>
            </a:ln>
          </p:spPr>
          <p:txBody>
            <a:bodyPr rtlCol="0" anchor="ctr"/>
            <a:lstStyle/>
            <a:p>
              <a:pPr algn="ctr"/>
              <a:endParaRPr lang="en-US" sz="1000">
                <a:latin typeface="Segoe UI" panose="020B0502040204020203" pitchFamily="34" charset="0"/>
                <a:cs typeface="Segoe UI" panose="020B0502040204020203" pitchFamily="34" charset="0"/>
              </a:endParaRPr>
            </a:p>
          </p:txBody>
        </p:sp>
        <p:sp>
          <p:nvSpPr>
            <p:cNvPr id="80" name="Freeform: Shape 79">
              <a:extLst>
                <a:ext uri="{FF2B5EF4-FFF2-40B4-BE49-F238E27FC236}">
                  <a16:creationId xmlns:a16="http://schemas.microsoft.com/office/drawing/2014/main" id="{B5E5A279-85C4-E084-FB42-3E016258BBDC}"/>
                </a:ext>
              </a:extLst>
            </p:cNvPr>
            <p:cNvSpPr/>
            <p:nvPr/>
          </p:nvSpPr>
          <p:spPr>
            <a:xfrm>
              <a:off x="6400014" y="3466729"/>
              <a:ext cx="920596" cy="769927"/>
            </a:xfrm>
            <a:custGeom>
              <a:avLst/>
              <a:gdLst>
                <a:gd name="connsiteX0" fmla="*/ 507453 w 507491"/>
                <a:gd name="connsiteY0" fmla="*/ 424036 h 424433"/>
                <a:gd name="connsiteX1" fmla="*/ 507453 w 507491"/>
                <a:gd name="connsiteY1" fmla="*/ 300878 h 424433"/>
                <a:gd name="connsiteX2" fmla="*/ 418395 w 507491"/>
                <a:gd name="connsiteY2" fmla="*/ 211819 h 424433"/>
                <a:gd name="connsiteX3" fmla="*/ 89020 w 507491"/>
                <a:gd name="connsiteY3" fmla="*/ 211819 h 424433"/>
                <a:gd name="connsiteX4" fmla="*/ -39 w 507491"/>
                <a:gd name="connsiteY4" fmla="*/ 122760 h 424433"/>
                <a:gd name="connsiteX5" fmla="*/ -39 w 507491"/>
                <a:gd name="connsiteY5" fmla="*/ -398 h 42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491" h="424433">
                  <a:moveTo>
                    <a:pt x="507453" y="424036"/>
                  </a:moveTo>
                  <a:lnTo>
                    <a:pt x="507453" y="300878"/>
                  </a:lnTo>
                  <a:cubicBezTo>
                    <a:pt x="507453" y="251691"/>
                    <a:pt x="467582" y="211819"/>
                    <a:pt x="418395" y="211819"/>
                  </a:cubicBezTo>
                  <a:lnTo>
                    <a:pt x="89020" y="211819"/>
                  </a:lnTo>
                  <a:cubicBezTo>
                    <a:pt x="39833" y="211819"/>
                    <a:pt x="-39" y="171947"/>
                    <a:pt x="-39" y="122760"/>
                  </a:cubicBezTo>
                  <a:lnTo>
                    <a:pt x="-39" y="-398"/>
                  </a:lnTo>
                </a:path>
              </a:pathLst>
            </a:custGeom>
            <a:noFill/>
            <a:ln w="9525" cap="flat">
              <a:solidFill>
                <a:schemeClr val="bg2">
                  <a:lumMod val="90000"/>
                </a:schemeClr>
              </a:solidFill>
              <a:prstDash val="solid"/>
              <a:round/>
            </a:ln>
          </p:spPr>
          <p:txBody>
            <a:bodyPr rtlCol="0" anchor="ctr"/>
            <a:lstStyle/>
            <a:p>
              <a:pPr algn="ctr"/>
              <a:endParaRPr lang="en-US" sz="1000">
                <a:latin typeface="Segoe UI" panose="020B0502040204020203" pitchFamily="34"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E6B77D19-544E-1DB6-1F81-D898E307FB64}"/>
                </a:ext>
              </a:extLst>
            </p:cNvPr>
            <p:cNvCxnSpPr>
              <a:cxnSpLocks/>
              <a:stCxn id="74" idx="0"/>
              <a:endCxn id="73" idx="0"/>
            </p:cNvCxnSpPr>
            <p:nvPr/>
          </p:nvCxnSpPr>
          <p:spPr>
            <a:xfrm flipH="1" flipV="1">
              <a:off x="1512550" y="3587907"/>
              <a:ext cx="1" cy="495808"/>
            </a:xfrm>
            <a:prstGeom prst="line">
              <a:avLst/>
            </a:prstGeom>
            <a:ln w="9525" cap="rnd">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887D3355-37E9-67BB-282D-F9DA0F997486}"/>
                </a:ext>
              </a:extLst>
            </p:cNvPr>
            <p:cNvSpPr/>
            <p:nvPr/>
          </p:nvSpPr>
          <p:spPr>
            <a:xfrm>
              <a:off x="1052333" y="4083715"/>
              <a:ext cx="920435" cy="920427"/>
            </a:xfrm>
            <a:prstGeom prst="ellipse">
              <a:avLst/>
            </a:prstGeom>
            <a:gradFill flip="none" rotWithShape="1">
              <a:gsLst>
                <a:gs pos="0">
                  <a:schemeClr val="bg1">
                    <a:lumMod val="85000"/>
                  </a:schemeClr>
                </a:gs>
                <a:gs pos="100000">
                  <a:schemeClr val="bg1">
                    <a:lumMod val="95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chemeClr val="accent1"/>
                </a:solidFill>
                <a:latin typeface="Segoe UI" panose="020B0502040204020203" pitchFamily="34" charset="0"/>
                <a:cs typeface="Segoe UI" panose="020B0502040204020203" pitchFamily="34" charset="0"/>
              </a:endParaRPr>
            </a:p>
          </p:txBody>
        </p:sp>
        <p:sp>
          <p:nvSpPr>
            <p:cNvPr id="75" name="Oval 74">
              <a:extLst>
                <a:ext uri="{FF2B5EF4-FFF2-40B4-BE49-F238E27FC236}">
                  <a16:creationId xmlns:a16="http://schemas.microsoft.com/office/drawing/2014/main" id="{9DA589B5-1245-7376-83B7-CBD6E60ECD40}"/>
                </a:ext>
              </a:extLst>
            </p:cNvPr>
            <p:cNvSpPr/>
            <p:nvPr/>
          </p:nvSpPr>
          <p:spPr>
            <a:xfrm>
              <a:off x="1175733" y="4207115"/>
              <a:ext cx="673634" cy="6736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accent1"/>
                </a:solidFill>
                <a:latin typeface="Segoe UI" panose="020B0502040204020203" pitchFamily="34" charset="0"/>
                <a:cs typeface="Segoe UI" panose="020B0502040204020203" pitchFamily="34" charset="0"/>
              </a:endParaRPr>
            </a:p>
          </p:txBody>
        </p:sp>
        <p:sp>
          <p:nvSpPr>
            <p:cNvPr id="72" name="Freeform 11">
              <a:extLst>
                <a:ext uri="{FF2B5EF4-FFF2-40B4-BE49-F238E27FC236}">
                  <a16:creationId xmlns:a16="http://schemas.microsoft.com/office/drawing/2014/main" id="{24D40562-A44C-03E3-D3A8-1395E63C6BA2}"/>
                </a:ext>
              </a:extLst>
            </p:cNvPr>
            <p:cNvSpPr/>
            <p:nvPr/>
          </p:nvSpPr>
          <p:spPr>
            <a:xfrm>
              <a:off x="705921" y="1518783"/>
              <a:ext cx="1678901" cy="1912230"/>
            </a:xfrm>
            <a:prstGeom prst="roundRect">
              <a:avLst>
                <a:gd name="adj" fmla="val 671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73" name="Isosceles Triangle 72">
              <a:extLst>
                <a:ext uri="{FF2B5EF4-FFF2-40B4-BE49-F238E27FC236}">
                  <a16:creationId xmlns:a16="http://schemas.microsoft.com/office/drawing/2014/main" id="{9FBA7884-6FE8-1DAA-EFDC-7C782CBA6FB2}"/>
                </a:ext>
              </a:extLst>
            </p:cNvPr>
            <p:cNvSpPr/>
            <p:nvPr/>
          </p:nvSpPr>
          <p:spPr>
            <a:xfrm rot="10800000">
              <a:off x="1369522" y="3341305"/>
              <a:ext cx="286056" cy="24660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cxnSp>
          <p:nvCxnSpPr>
            <p:cNvPr id="14" name="Straight Connector 13">
              <a:extLst>
                <a:ext uri="{FF2B5EF4-FFF2-40B4-BE49-F238E27FC236}">
                  <a16:creationId xmlns:a16="http://schemas.microsoft.com/office/drawing/2014/main" id="{AACE0AC2-0780-8F48-2996-CD455A64DE41}"/>
                </a:ext>
              </a:extLst>
            </p:cNvPr>
            <p:cNvCxnSpPr>
              <a:cxnSpLocks/>
              <a:stCxn id="66" idx="0"/>
              <a:endCxn id="65" idx="0"/>
            </p:cNvCxnSpPr>
            <p:nvPr/>
          </p:nvCxnSpPr>
          <p:spPr>
            <a:xfrm flipH="1" flipV="1">
              <a:off x="7623816" y="3587907"/>
              <a:ext cx="1" cy="495808"/>
            </a:xfrm>
            <a:prstGeom prst="line">
              <a:avLst/>
            </a:prstGeom>
            <a:ln w="9525" cap="rnd">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ED1223D8-8E14-05B8-9742-C81E4D218A97}"/>
                </a:ext>
              </a:extLst>
            </p:cNvPr>
            <p:cNvSpPr/>
            <p:nvPr/>
          </p:nvSpPr>
          <p:spPr>
            <a:xfrm>
              <a:off x="7163599" y="4083715"/>
              <a:ext cx="920435" cy="920427"/>
            </a:xfrm>
            <a:prstGeom prst="ellipse">
              <a:avLst/>
            </a:prstGeom>
            <a:gradFill flip="none" rotWithShape="1">
              <a:gsLst>
                <a:gs pos="0">
                  <a:schemeClr val="bg1">
                    <a:lumMod val="85000"/>
                  </a:schemeClr>
                </a:gs>
                <a:gs pos="100000">
                  <a:schemeClr val="bg1">
                    <a:lumMod val="95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chemeClr val="accent1"/>
                </a:solidFill>
                <a:latin typeface="Segoe UI" panose="020B0502040204020203" pitchFamily="34" charset="0"/>
                <a:cs typeface="Segoe UI" panose="020B0502040204020203" pitchFamily="34" charset="0"/>
              </a:endParaRPr>
            </a:p>
          </p:txBody>
        </p:sp>
        <p:sp>
          <p:nvSpPr>
            <p:cNvPr id="67" name="Oval 66">
              <a:extLst>
                <a:ext uri="{FF2B5EF4-FFF2-40B4-BE49-F238E27FC236}">
                  <a16:creationId xmlns:a16="http://schemas.microsoft.com/office/drawing/2014/main" id="{A0943DF7-CFAE-B367-6074-BE1F60C5E1A8}"/>
                </a:ext>
              </a:extLst>
            </p:cNvPr>
            <p:cNvSpPr/>
            <p:nvPr/>
          </p:nvSpPr>
          <p:spPr>
            <a:xfrm>
              <a:off x="7286999" y="4207115"/>
              <a:ext cx="673634" cy="67362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accent1"/>
                </a:solidFill>
                <a:latin typeface="Segoe UI" panose="020B0502040204020203" pitchFamily="34" charset="0"/>
                <a:cs typeface="Segoe UI" panose="020B0502040204020203" pitchFamily="34" charset="0"/>
              </a:endParaRPr>
            </a:p>
          </p:txBody>
        </p:sp>
        <p:sp>
          <p:nvSpPr>
            <p:cNvPr id="64" name="Freeform 11">
              <a:extLst>
                <a:ext uri="{FF2B5EF4-FFF2-40B4-BE49-F238E27FC236}">
                  <a16:creationId xmlns:a16="http://schemas.microsoft.com/office/drawing/2014/main" id="{4B965D74-9393-4C0B-C9E4-25D6141D3A25}"/>
                </a:ext>
              </a:extLst>
            </p:cNvPr>
            <p:cNvSpPr/>
            <p:nvPr/>
          </p:nvSpPr>
          <p:spPr>
            <a:xfrm>
              <a:off x="6784366" y="1514268"/>
              <a:ext cx="1678901" cy="1912230"/>
            </a:xfrm>
            <a:prstGeom prst="roundRect">
              <a:avLst>
                <a:gd name="adj" fmla="val 671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65" name="Isosceles Triangle 64">
              <a:extLst>
                <a:ext uri="{FF2B5EF4-FFF2-40B4-BE49-F238E27FC236}">
                  <a16:creationId xmlns:a16="http://schemas.microsoft.com/office/drawing/2014/main" id="{7D2E4F92-D2BF-26C8-BE28-52168EF7DEFB}"/>
                </a:ext>
              </a:extLst>
            </p:cNvPr>
            <p:cNvSpPr/>
            <p:nvPr/>
          </p:nvSpPr>
          <p:spPr>
            <a:xfrm rot="10800000">
              <a:off x="7480788" y="3341305"/>
              <a:ext cx="286056" cy="246602"/>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cxnSp>
          <p:nvCxnSpPr>
            <p:cNvPr id="18" name="Straight Connector 17">
              <a:extLst>
                <a:ext uri="{FF2B5EF4-FFF2-40B4-BE49-F238E27FC236}">
                  <a16:creationId xmlns:a16="http://schemas.microsoft.com/office/drawing/2014/main" id="{F77D7133-D764-B3F6-F6BD-43A99F78753D}"/>
                </a:ext>
              </a:extLst>
            </p:cNvPr>
            <p:cNvCxnSpPr>
              <a:cxnSpLocks/>
              <a:stCxn id="62" idx="0"/>
              <a:endCxn id="61" idx="0"/>
            </p:cNvCxnSpPr>
            <p:nvPr/>
          </p:nvCxnSpPr>
          <p:spPr>
            <a:xfrm flipH="1" flipV="1">
              <a:off x="4568183" y="3587907"/>
              <a:ext cx="1" cy="495808"/>
            </a:xfrm>
            <a:prstGeom prst="line">
              <a:avLst/>
            </a:prstGeom>
            <a:ln w="9525" cap="rnd">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9411265B-8B82-39C8-7F9B-D66A1EF37973}"/>
                </a:ext>
              </a:extLst>
            </p:cNvPr>
            <p:cNvSpPr/>
            <p:nvPr/>
          </p:nvSpPr>
          <p:spPr>
            <a:xfrm>
              <a:off x="4107966" y="4083715"/>
              <a:ext cx="920435" cy="920427"/>
            </a:xfrm>
            <a:prstGeom prst="ellipse">
              <a:avLst/>
            </a:prstGeom>
            <a:gradFill flip="none" rotWithShape="1">
              <a:gsLst>
                <a:gs pos="0">
                  <a:schemeClr val="bg1">
                    <a:lumMod val="85000"/>
                  </a:schemeClr>
                </a:gs>
                <a:gs pos="100000">
                  <a:schemeClr val="bg1">
                    <a:lumMod val="95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chemeClr val="accent1"/>
                </a:solidFill>
                <a:latin typeface="Segoe UI" panose="020B0502040204020203" pitchFamily="34" charset="0"/>
                <a:cs typeface="Segoe UI" panose="020B0502040204020203" pitchFamily="34" charset="0"/>
              </a:endParaRPr>
            </a:p>
          </p:txBody>
        </p:sp>
        <p:sp>
          <p:nvSpPr>
            <p:cNvPr id="63" name="Oval 62">
              <a:extLst>
                <a:ext uri="{FF2B5EF4-FFF2-40B4-BE49-F238E27FC236}">
                  <a16:creationId xmlns:a16="http://schemas.microsoft.com/office/drawing/2014/main" id="{46822998-F322-05CB-2F11-83C7C166058C}"/>
                </a:ext>
              </a:extLst>
            </p:cNvPr>
            <p:cNvSpPr/>
            <p:nvPr/>
          </p:nvSpPr>
          <p:spPr>
            <a:xfrm>
              <a:off x="4231366" y="4207115"/>
              <a:ext cx="673634" cy="67362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accent1"/>
                </a:solidFill>
                <a:latin typeface="Segoe UI" panose="020B0502040204020203" pitchFamily="34" charset="0"/>
                <a:cs typeface="Segoe UI" panose="020B0502040204020203" pitchFamily="34" charset="0"/>
              </a:endParaRPr>
            </a:p>
          </p:txBody>
        </p:sp>
        <p:sp>
          <p:nvSpPr>
            <p:cNvPr id="60" name="Freeform 11">
              <a:extLst>
                <a:ext uri="{FF2B5EF4-FFF2-40B4-BE49-F238E27FC236}">
                  <a16:creationId xmlns:a16="http://schemas.microsoft.com/office/drawing/2014/main" id="{0F5F5E85-B559-9282-D76C-7A21BC553DDC}"/>
                </a:ext>
              </a:extLst>
            </p:cNvPr>
            <p:cNvSpPr/>
            <p:nvPr/>
          </p:nvSpPr>
          <p:spPr>
            <a:xfrm>
              <a:off x="3728733" y="1514268"/>
              <a:ext cx="1678901" cy="1912230"/>
            </a:xfrm>
            <a:prstGeom prst="roundRect">
              <a:avLst>
                <a:gd name="adj" fmla="val 671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61" name="Isosceles Triangle 60">
              <a:extLst>
                <a:ext uri="{FF2B5EF4-FFF2-40B4-BE49-F238E27FC236}">
                  <a16:creationId xmlns:a16="http://schemas.microsoft.com/office/drawing/2014/main" id="{E094E94E-F454-001B-1BFE-FEC3821AB09B}"/>
                </a:ext>
              </a:extLst>
            </p:cNvPr>
            <p:cNvSpPr/>
            <p:nvPr/>
          </p:nvSpPr>
          <p:spPr>
            <a:xfrm rot="10800000">
              <a:off x="4425155" y="3341305"/>
              <a:ext cx="286056" cy="24660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cxnSp>
          <p:nvCxnSpPr>
            <p:cNvPr id="22" name="Straight Connector 21">
              <a:extLst>
                <a:ext uri="{FF2B5EF4-FFF2-40B4-BE49-F238E27FC236}">
                  <a16:creationId xmlns:a16="http://schemas.microsoft.com/office/drawing/2014/main" id="{B1C74CEB-0707-78A9-1DFE-70CCF8F16653}"/>
                </a:ext>
              </a:extLst>
            </p:cNvPr>
            <p:cNvCxnSpPr>
              <a:cxnSpLocks/>
              <a:stCxn id="58" idx="0"/>
              <a:endCxn id="57" idx="0"/>
            </p:cNvCxnSpPr>
            <p:nvPr/>
          </p:nvCxnSpPr>
          <p:spPr>
            <a:xfrm>
              <a:off x="3040367" y="2699374"/>
              <a:ext cx="0" cy="1416235"/>
            </a:xfrm>
            <a:prstGeom prst="line">
              <a:avLst/>
            </a:prstGeom>
            <a:ln w="9525" cap="rnd">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78FC15F4-F8A6-80F5-88B6-43C2D6C4BBFB}"/>
                </a:ext>
              </a:extLst>
            </p:cNvPr>
            <p:cNvSpPr/>
            <p:nvPr/>
          </p:nvSpPr>
          <p:spPr>
            <a:xfrm>
              <a:off x="2580149" y="2699374"/>
              <a:ext cx="920435" cy="920427"/>
            </a:xfrm>
            <a:prstGeom prst="ellipse">
              <a:avLst/>
            </a:prstGeom>
            <a:gradFill flip="none" rotWithShape="1">
              <a:gsLst>
                <a:gs pos="0">
                  <a:schemeClr val="bg1">
                    <a:lumMod val="85000"/>
                  </a:schemeClr>
                </a:gs>
                <a:gs pos="100000">
                  <a:schemeClr val="bg1">
                    <a:lumMod val="95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chemeClr val="accent1"/>
                </a:solidFill>
                <a:latin typeface="Segoe UI" panose="020B0502040204020203" pitchFamily="34" charset="0"/>
                <a:cs typeface="Segoe UI" panose="020B0502040204020203" pitchFamily="34" charset="0"/>
              </a:endParaRPr>
            </a:p>
          </p:txBody>
        </p:sp>
        <p:sp>
          <p:nvSpPr>
            <p:cNvPr id="59" name="Oval 58">
              <a:extLst>
                <a:ext uri="{FF2B5EF4-FFF2-40B4-BE49-F238E27FC236}">
                  <a16:creationId xmlns:a16="http://schemas.microsoft.com/office/drawing/2014/main" id="{73495CD8-65D4-EB07-B0E0-472DF030CF89}"/>
                </a:ext>
              </a:extLst>
            </p:cNvPr>
            <p:cNvSpPr/>
            <p:nvPr/>
          </p:nvSpPr>
          <p:spPr>
            <a:xfrm>
              <a:off x="2703549" y="2822774"/>
              <a:ext cx="673634" cy="673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accent1"/>
                </a:solidFill>
                <a:latin typeface="Segoe UI" panose="020B0502040204020203" pitchFamily="34" charset="0"/>
                <a:cs typeface="Segoe UI" panose="020B0502040204020203" pitchFamily="34" charset="0"/>
              </a:endParaRPr>
            </a:p>
          </p:txBody>
        </p:sp>
        <p:sp>
          <p:nvSpPr>
            <p:cNvPr id="56" name="Freeform 11">
              <a:extLst>
                <a:ext uri="{FF2B5EF4-FFF2-40B4-BE49-F238E27FC236}">
                  <a16:creationId xmlns:a16="http://schemas.microsoft.com/office/drawing/2014/main" id="{BF86AE50-E207-00B5-6BE9-134B088A75C3}"/>
                </a:ext>
              </a:extLst>
            </p:cNvPr>
            <p:cNvSpPr/>
            <p:nvPr/>
          </p:nvSpPr>
          <p:spPr>
            <a:xfrm>
              <a:off x="2200917" y="4277018"/>
              <a:ext cx="1678901" cy="1912230"/>
            </a:xfrm>
            <a:prstGeom prst="roundRect">
              <a:avLst>
                <a:gd name="adj" fmla="val 67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57" name="Isosceles Triangle 56">
              <a:extLst>
                <a:ext uri="{FF2B5EF4-FFF2-40B4-BE49-F238E27FC236}">
                  <a16:creationId xmlns:a16="http://schemas.microsoft.com/office/drawing/2014/main" id="{340DE652-761A-59F4-F322-D283A589EEA5}"/>
                </a:ext>
              </a:extLst>
            </p:cNvPr>
            <p:cNvSpPr/>
            <p:nvPr/>
          </p:nvSpPr>
          <p:spPr>
            <a:xfrm>
              <a:off x="2897339" y="4115609"/>
              <a:ext cx="286056" cy="24660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cxnSp>
          <p:nvCxnSpPr>
            <p:cNvPr id="26" name="Straight Connector 25">
              <a:extLst>
                <a:ext uri="{FF2B5EF4-FFF2-40B4-BE49-F238E27FC236}">
                  <a16:creationId xmlns:a16="http://schemas.microsoft.com/office/drawing/2014/main" id="{79A9C98A-D6A2-8B51-5213-61E1F1A8B2CF}"/>
                </a:ext>
              </a:extLst>
            </p:cNvPr>
            <p:cNvCxnSpPr>
              <a:cxnSpLocks/>
              <a:stCxn id="54" idx="0"/>
              <a:endCxn id="53" idx="0"/>
            </p:cNvCxnSpPr>
            <p:nvPr/>
          </p:nvCxnSpPr>
          <p:spPr>
            <a:xfrm>
              <a:off x="9151633" y="2699374"/>
              <a:ext cx="0" cy="1416235"/>
            </a:xfrm>
            <a:prstGeom prst="line">
              <a:avLst/>
            </a:prstGeom>
            <a:ln w="9525" cap="rnd">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4EC9B29F-72EE-4119-18D2-949EC3DAFF6A}"/>
                </a:ext>
              </a:extLst>
            </p:cNvPr>
            <p:cNvSpPr/>
            <p:nvPr/>
          </p:nvSpPr>
          <p:spPr>
            <a:xfrm>
              <a:off x="8691415" y="2699374"/>
              <a:ext cx="920435" cy="920427"/>
            </a:xfrm>
            <a:prstGeom prst="ellipse">
              <a:avLst/>
            </a:prstGeom>
            <a:gradFill flip="none" rotWithShape="1">
              <a:gsLst>
                <a:gs pos="0">
                  <a:schemeClr val="bg1">
                    <a:lumMod val="85000"/>
                  </a:schemeClr>
                </a:gs>
                <a:gs pos="100000">
                  <a:schemeClr val="bg1">
                    <a:lumMod val="95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chemeClr val="accent1"/>
                </a:solidFill>
                <a:latin typeface="Segoe UI" panose="020B0502040204020203" pitchFamily="34" charset="0"/>
                <a:cs typeface="Segoe UI" panose="020B0502040204020203" pitchFamily="34" charset="0"/>
              </a:endParaRPr>
            </a:p>
          </p:txBody>
        </p:sp>
        <p:sp>
          <p:nvSpPr>
            <p:cNvPr id="55" name="Oval 54">
              <a:extLst>
                <a:ext uri="{FF2B5EF4-FFF2-40B4-BE49-F238E27FC236}">
                  <a16:creationId xmlns:a16="http://schemas.microsoft.com/office/drawing/2014/main" id="{FD946EF8-C1EF-38C0-0FEB-921EF2C9ACDB}"/>
                </a:ext>
              </a:extLst>
            </p:cNvPr>
            <p:cNvSpPr/>
            <p:nvPr/>
          </p:nvSpPr>
          <p:spPr>
            <a:xfrm>
              <a:off x="8814815" y="2822774"/>
              <a:ext cx="673634" cy="67362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accent1"/>
                </a:solidFill>
                <a:latin typeface="Segoe UI" panose="020B0502040204020203" pitchFamily="34" charset="0"/>
                <a:cs typeface="Segoe UI" panose="020B0502040204020203" pitchFamily="34" charset="0"/>
              </a:endParaRPr>
            </a:p>
          </p:txBody>
        </p:sp>
        <p:sp>
          <p:nvSpPr>
            <p:cNvPr id="52" name="Freeform 11">
              <a:extLst>
                <a:ext uri="{FF2B5EF4-FFF2-40B4-BE49-F238E27FC236}">
                  <a16:creationId xmlns:a16="http://schemas.microsoft.com/office/drawing/2014/main" id="{2012637D-8AFA-F929-6F82-E0694F6FFB1B}"/>
                </a:ext>
              </a:extLst>
            </p:cNvPr>
            <p:cNvSpPr/>
            <p:nvPr/>
          </p:nvSpPr>
          <p:spPr>
            <a:xfrm>
              <a:off x="8312183" y="4277018"/>
              <a:ext cx="1678901" cy="1912230"/>
            </a:xfrm>
            <a:prstGeom prst="roundRect">
              <a:avLst>
                <a:gd name="adj" fmla="val 671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53" name="Isosceles Triangle 52">
              <a:extLst>
                <a:ext uri="{FF2B5EF4-FFF2-40B4-BE49-F238E27FC236}">
                  <a16:creationId xmlns:a16="http://schemas.microsoft.com/office/drawing/2014/main" id="{B447E24F-BFA4-9EA0-5AC7-0D640F7A3EA2}"/>
                </a:ext>
              </a:extLst>
            </p:cNvPr>
            <p:cNvSpPr/>
            <p:nvPr/>
          </p:nvSpPr>
          <p:spPr>
            <a:xfrm>
              <a:off x="9008605" y="4115609"/>
              <a:ext cx="286056" cy="246602"/>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cxnSp>
          <p:nvCxnSpPr>
            <p:cNvPr id="30" name="Straight Connector 29">
              <a:extLst>
                <a:ext uri="{FF2B5EF4-FFF2-40B4-BE49-F238E27FC236}">
                  <a16:creationId xmlns:a16="http://schemas.microsoft.com/office/drawing/2014/main" id="{CE530774-6C51-DD8F-B606-A4998B4EED38}"/>
                </a:ext>
              </a:extLst>
            </p:cNvPr>
            <p:cNvCxnSpPr>
              <a:cxnSpLocks/>
            </p:cNvCxnSpPr>
            <p:nvPr/>
          </p:nvCxnSpPr>
          <p:spPr>
            <a:xfrm>
              <a:off x="6095999" y="2699374"/>
              <a:ext cx="0" cy="1416235"/>
            </a:xfrm>
            <a:prstGeom prst="line">
              <a:avLst/>
            </a:prstGeom>
            <a:ln w="9525" cap="rnd">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5B7CDAB9-E62B-69D0-2F12-944C685463A1}"/>
                </a:ext>
              </a:extLst>
            </p:cNvPr>
            <p:cNvSpPr/>
            <p:nvPr/>
          </p:nvSpPr>
          <p:spPr>
            <a:xfrm>
              <a:off x="5635782" y="2699374"/>
              <a:ext cx="920435" cy="920427"/>
            </a:xfrm>
            <a:prstGeom prst="ellipse">
              <a:avLst/>
            </a:prstGeom>
            <a:gradFill flip="none" rotWithShape="1">
              <a:gsLst>
                <a:gs pos="0">
                  <a:schemeClr val="bg1">
                    <a:lumMod val="85000"/>
                  </a:schemeClr>
                </a:gs>
                <a:gs pos="100000">
                  <a:schemeClr val="bg1">
                    <a:lumMod val="95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chemeClr val="accent1"/>
                </a:solidFill>
                <a:latin typeface="Segoe UI" panose="020B0502040204020203" pitchFamily="34" charset="0"/>
                <a:cs typeface="Segoe UI" panose="020B0502040204020203" pitchFamily="34" charset="0"/>
              </a:endParaRPr>
            </a:p>
          </p:txBody>
        </p:sp>
        <p:sp>
          <p:nvSpPr>
            <p:cNvPr id="51" name="Oval 50">
              <a:extLst>
                <a:ext uri="{FF2B5EF4-FFF2-40B4-BE49-F238E27FC236}">
                  <a16:creationId xmlns:a16="http://schemas.microsoft.com/office/drawing/2014/main" id="{5731A899-C20F-3F65-1047-E6610F55540F}"/>
                </a:ext>
              </a:extLst>
            </p:cNvPr>
            <p:cNvSpPr/>
            <p:nvPr/>
          </p:nvSpPr>
          <p:spPr>
            <a:xfrm>
              <a:off x="5759182" y="2822774"/>
              <a:ext cx="673634" cy="67362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accent1"/>
                </a:solidFill>
                <a:latin typeface="Segoe UI" panose="020B0502040204020203" pitchFamily="34" charset="0"/>
                <a:cs typeface="Segoe UI" panose="020B0502040204020203" pitchFamily="34" charset="0"/>
              </a:endParaRPr>
            </a:p>
          </p:txBody>
        </p:sp>
        <p:sp>
          <p:nvSpPr>
            <p:cNvPr id="48" name="Freeform 11">
              <a:extLst>
                <a:ext uri="{FF2B5EF4-FFF2-40B4-BE49-F238E27FC236}">
                  <a16:creationId xmlns:a16="http://schemas.microsoft.com/office/drawing/2014/main" id="{C8C50022-FF28-AFA0-42BB-B6CF65F1F5EB}"/>
                </a:ext>
              </a:extLst>
            </p:cNvPr>
            <p:cNvSpPr/>
            <p:nvPr/>
          </p:nvSpPr>
          <p:spPr>
            <a:xfrm>
              <a:off x="5256550" y="4277018"/>
              <a:ext cx="1678901" cy="1912230"/>
            </a:xfrm>
            <a:prstGeom prst="roundRect">
              <a:avLst>
                <a:gd name="adj" fmla="val 671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49" name="Isosceles Triangle 48">
              <a:extLst>
                <a:ext uri="{FF2B5EF4-FFF2-40B4-BE49-F238E27FC236}">
                  <a16:creationId xmlns:a16="http://schemas.microsoft.com/office/drawing/2014/main" id="{29DA7FE8-D764-71DE-CE20-5983E84F2C8D}"/>
                </a:ext>
              </a:extLst>
            </p:cNvPr>
            <p:cNvSpPr/>
            <p:nvPr/>
          </p:nvSpPr>
          <p:spPr>
            <a:xfrm>
              <a:off x="5952972" y="4115609"/>
              <a:ext cx="286056" cy="24660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Segoe UI" panose="020B0502040204020203" pitchFamily="34" charset="0"/>
                <a:cs typeface="Segoe UI" panose="020B0502040204020203" pitchFamily="34" charset="0"/>
              </a:endParaRPr>
            </a:p>
          </p:txBody>
        </p:sp>
        <p:sp>
          <p:nvSpPr>
            <p:cNvPr id="34" name="Freeform 127">
              <a:extLst>
                <a:ext uri="{FF2B5EF4-FFF2-40B4-BE49-F238E27FC236}">
                  <a16:creationId xmlns:a16="http://schemas.microsoft.com/office/drawing/2014/main" id="{A37020DB-E57F-6299-E7A0-0CDD973580EC}"/>
                </a:ext>
              </a:extLst>
            </p:cNvPr>
            <p:cNvSpPr/>
            <p:nvPr/>
          </p:nvSpPr>
          <p:spPr>
            <a:xfrm>
              <a:off x="3882852" y="1675390"/>
              <a:ext cx="1370662" cy="493794"/>
            </a:xfrm>
            <a:prstGeom prst="roundRect">
              <a:avLst>
                <a:gd name="adj" fmla="val 10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35" name="Freeform 127">
              <a:extLst>
                <a:ext uri="{FF2B5EF4-FFF2-40B4-BE49-F238E27FC236}">
                  <a16:creationId xmlns:a16="http://schemas.microsoft.com/office/drawing/2014/main" id="{DC587793-B988-A8EF-449B-0A7C3F23FC9E}"/>
                </a:ext>
              </a:extLst>
            </p:cNvPr>
            <p:cNvSpPr/>
            <p:nvPr/>
          </p:nvSpPr>
          <p:spPr>
            <a:xfrm>
              <a:off x="827219" y="1675390"/>
              <a:ext cx="1370662" cy="493794"/>
            </a:xfrm>
            <a:prstGeom prst="roundRect">
              <a:avLst>
                <a:gd name="adj" fmla="val 10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36" name="Freeform 127">
              <a:extLst>
                <a:ext uri="{FF2B5EF4-FFF2-40B4-BE49-F238E27FC236}">
                  <a16:creationId xmlns:a16="http://schemas.microsoft.com/office/drawing/2014/main" id="{7ABC5AE9-61F7-170B-F404-ADA2EADEED4F}"/>
                </a:ext>
              </a:extLst>
            </p:cNvPr>
            <p:cNvSpPr/>
            <p:nvPr/>
          </p:nvSpPr>
          <p:spPr>
            <a:xfrm>
              <a:off x="6938485" y="1675390"/>
              <a:ext cx="1370662" cy="493794"/>
            </a:xfrm>
            <a:prstGeom prst="roundRect">
              <a:avLst>
                <a:gd name="adj" fmla="val 10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38" name="Freeform 127">
              <a:extLst>
                <a:ext uri="{FF2B5EF4-FFF2-40B4-BE49-F238E27FC236}">
                  <a16:creationId xmlns:a16="http://schemas.microsoft.com/office/drawing/2014/main" id="{77A0C9DA-0667-835A-823D-423921658AEB}"/>
                </a:ext>
              </a:extLst>
            </p:cNvPr>
            <p:cNvSpPr/>
            <p:nvPr/>
          </p:nvSpPr>
          <p:spPr>
            <a:xfrm>
              <a:off x="8466302" y="5534330"/>
              <a:ext cx="1370662" cy="493794"/>
            </a:xfrm>
            <a:prstGeom prst="roundRect">
              <a:avLst>
                <a:gd name="adj" fmla="val 10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39" name="Freeform 127">
              <a:extLst>
                <a:ext uri="{FF2B5EF4-FFF2-40B4-BE49-F238E27FC236}">
                  <a16:creationId xmlns:a16="http://schemas.microsoft.com/office/drawing/2014/main" id="{67854E7C-7125-1B3F-9CBE-4B9F284E7714}"/>
                </a:ext>
              </a:extLst>
            </p:cNvPr>
            <p:cNvSpPr/>
            <p:nvPr/>
          </p:nvSpPr>
          <p:spPr>
            <a:xfrm>
              <a:off x="5417440" y="5597450"/>
              <a:ext cx="1370662" cy="493794"/>
            </a:xfrm>
            <a:prstGeom prst="roundRect">
              <a:avLst>
                <a:gd name="adj" fmla="val 10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40" name="Freeform 127">
              <a:extLst>
                <a:ext uri="{FF2B5EF4-FFF2-40B4-BE49-F238E27FC236}">
                  <a16:creationId xmlns:a16="http://schemas.microsoft.com/office/drawing/2014/main" id="{599CE0CC-A201-2679-93A0-59B7C75B2312}"/>
                </a:ext>
              </a:extLst>
            </p:cNvPr>
            <p:cNvSpPr/>
            <p:nvPr/>
          </p:nvSpPr>
          <p:spPr>
            <a:xfrm>
              <a:off x="2355036" y="5534330"/>
              <a:ext cx="1370662" cy="493794"/>
            </a:xfrm>
            <a:prstGeom prst="roundRect">
              <a:avLst>
                <a:gd name="adj" fmla="val 10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84" name="TextBox 83">
              <a:extLst>
                <a:ext uri="{FF2B5EF4-FFF2-40B4-BE49-F238E27FC236}">
                  <a16:creationId xmlns:a16="http://schemas.microsoft.com/office/drawing/2014/main" id="{F43EF3C8-8E96-17E4-0E28-A35D12973CE0}"/>
                </a:ext>
              </a:extLst>
            </p:cNvPr>
            <p:cNvSpPr txBox="1"/>
            <p:nvPr/>
          </p:nvSpPr>
          <p:spPr>
            <a:xfrm>
              <a:off x="794958" y="2325405"/>
              <a:ext cx="1370061" cy="646331"/>
            </a:xfrm>
            <a:prstGeom prst="rect">
              <a:avLst/>
            </a:prstGeom>
            <a:noFill/>
          </p:spPr>
          <p:txBody>
            <a:bodyPr wrap="square">
              <a:spAutoFit/>
            </a:bodyPr>
            <a:lstStyle/>
            <a:p>
              <a:pPr algn="ctr"/>
              <a:r>
                <a:rPr lang="en-IN" sz="1200" dirty="0">
                  <a:solidFill>
                    <a:schemeClr val="bg1"/>
                  </a:solidFill>
                </a:rPr>
                <a:t>Wearable</a:t>
              </a:r>
              <a:r>
                <a:rPr lang="en-IN" sz="1200" dirty="0"/>
                <a:t> </a:t>
              </a:r>
              <a:r>
                <a:rPr lang="en-IN" sz="1200" dirty="0">
                  <a:solidFill>
                    <a:schemeClr val="bg1"/>
                  </a:solidFill>
                </a:rPr>
                <a:t>system</a:t>
              </a:r>
              <a:r>
                <a:rPr lang="en-IN" sz="1200" dirty="0"/>
                <a:t> </a:t>
              </a:r>
              <a:r>
                <a:rPr lang="en-IN" sz="1200" dirty="0">
                  <a:solidFill>
                    <a:schemeClr val="bg1"/>
                  </a:solidFill>
                </a:rPr>
                <a:t>for</a:t>
              </a:r>
              <a:r>
                <a:rPr lang="en-IN" sz="1200" dirty="0"/>
                <a:t> </a:t>
              </a:r>
              <a:r>
                <a:rPr lang="en-IN" sz="1200" dirty="0">
                  <a:solidFill>
                    <a:schemeClr val="bg1"/>
                  </a:solidFill>
                </a:rPr>
                <a:t>waste</a:t>
              </a:r>
              <a:r>
                <a:rPr lang="en-IN" sz="1200" dirty="0"/>
                <a:t> </a:t>
              </a:r>
              <a:r>
                <a:rPr lang="en-IN" sz="1200" dirty="0">
                  <a:solidFill>
                    <a:schemeClr val="bg1"/>
                  </a:solidFill>
                </a:rPr>
                <a:t>monitoring</a:t>
              </a:r>
              <a:r>
                <a:rPr lang="en-IN" sz="1200" dirty="0"/>
                <a:t>.</a:t>
              </a:r>
              <a:endParaRPr lang="en-IN" sz="1200" dirty="0">
                <a:solidFill>
                  <a:schemeClr val="bg1"/>
                </a:solidFill>
                <a:latin typeface="Segoe UI" panose="020B0502040204020203" pitchFamily="34" charset="0"/>
                <a:cs typeface="Segoe UI" panose="020B0502040204020203" pitchFamily="34" charset="0"/>
              </a:endParaRPr>
            </a:p>
          </p:txBody>
        </p:sp>
        <p:sp>
          <p:nvSpPr>
            <p:cNvPr id="85" name="TextBox 84">
              <a:extLst>
                <a:ext uri="{FF2B5EF4-FFF2-40B4-BE49-F238E27FC236}">
                  <a16:creationId xmlns:a16="http://schemas.microsoft.com/office/drawing/2014/main" id="{75A1C9F1-509E-0DD4-36E4-01FC92EEE168}"/>
                </a:ext>
              </a:extLst>
            </p:cNvPr>
            <p:cNvSpPr txBox="1"/>
            <p:nvPr/>
          </p:nvSpPr>
          <p:spPr>
            <a:xfrm>
              <a:off x="2355036" y="4668519"/>
              <a:ext cx="1424478" cy="830997"/>
            </a:xfrm>
            <a:prstGeom prst="rect">
              <a:avLst/>
            </a:prstGeom>
            <a:noFill/>
          </p:spPr>
          <p:txBody>
            <a:bodyPr wrap="square">
              <a:spAutoFit/>
            </a:bodyPr>
            <a:lstStyle/>
            <a:p>
              <a:pPr algn="ctr"/>
              <a:r>
                <a:rPr lang="en-IN" sz="1200" dirty="0">
                  <a:solidFill>
                    <a:schemeClr val="bg1"/>
                  </a:solidFill>
                </a:rPr>
                <a:t>AI identifies waste through the camera.</a:t>
              </a:r>
              <a:endParaRPr lang="en-IN" sz="1200" dirty="0">
                <a:solidFill>
                  <a:schemeClr val="bg1"/>
                </a:solidFill>
                <a:latin typeface="Segoe UI" panose="020B0502040204020203" pitchFamily="34" charset="0"/>
                <a:cs typeface="Segoe UI" panose="020B0502040204020203" pitchFamily="34" charset="0"/>
              </a:endParaRPr>
            </a:p>
            <a:p>
              <a:pPr algn="ctr"/>
              <a:endParaRPr lang="en-IN" sz="1200" dirty="0">
                <a:solidFill>
                  <a:schemeClr val="bg1"/>
                </a:solidFill>
                <a:latin typeface="Segoe UI" panose="020B0502040204020203" pitchFamily="34" charset="0"/>
                <a:cs typeface="Segoe UI" panose="020B0502040204020203" pitchFamily="34" charset="0"/>
              </a:endParaRPr>
            </a:p>
          </p:txBody>
        </p:sp>
        <p:sp>
          <p:nvSpPr>
            <p:cNvPr id="86" name="TextBox 85">
              <a:extLst>
                <a:ext uri="{FF2B5EF4-FFF2-40B4-BE49-F238E27FC236}">
                  <a16:creationId xmlns:a16="http://schemas.microsoft.com/office/drawing/2014/main" id="{351721E7-FE6C-E109-F529-287853692518}"/>
                </a:ext>
              </a:extLst>
            </p:cNvPr>
            <p:cNvSpPr txBox="1"/>
            <p:nvPr/>
          </p:nvSpPr>
          <p:spPr>
            <a:xfrm>
              <a:off x="3960801" y="2357270"/>
              <a:ext cx="1246980" cy="646331"/>
            </a:xfrm>
            <a:prstGeom prst="rect">
              <a:avLst/>
            </a:prstGeom>
            <a:noFill/>
          </p:spPr>
          <p:txBody>
            <a:bodyPr wrap="square">
              <a:spAutoFit/>
            </a:bodyPr>
            <a:lstStyle/>
            <a:p>
              <a:pPr algn="ctr"/>
              <a:r>
                <a:rPr lang="en-IN" sz="1200" dirty="0">
                  <a:solidFill>
                    <a:schemeClr val="bg1"/>
                  </a:solidFill>
                </a:rPr>
                <a:t>Saves location, time, and waste type.</a:t>
              </a:r>
              <a:endParaRPr lang="en-IN" sz="1200" dirty="0">
                <a:solidFill>
                  <a:schemeClr val="bg1"/>
                </a:solidFill>
                <a:latin typeface="Segoe UI" panose="020B0502040204020203" pitchFamily="34" charset="0"/>
                <a:cs typeface="Segoe UI" panose="020B0502040204020203" pitchFamily="34" charset="0"/>
              </a:endParaRPr>
            </a:p>
          </p:txBody>
        </p:sp>
        <p:sp>
          <p:nvSpPr>
            <p:cNvPr id="90" name="TextBox 89">
              <a:extLst>
                <a:ext uri="{FF2B5EF4-FFF2-40B4-BE49-F238E27FC236}">
                  <a16:creationId xmlns:a16="http://schemas.microsoft.com/office/drawing/2014/main" id="{28108BB7-A2EB-BF5B-806C-B730F4E41F34}"/>
                </a:ext>
              </a:extLst>
            </p:cNvPr>
            <p:cNvSpPr txBox="1"/>
            <p:nvPr/>
          </p:nvSpPr>
          <p:spPr>
            <a:xfrm>
              <a:off x="5559518" y="4656665"/>
              <a:ext cx="1145548" cy="646331"/>
            </a:xfrm>
            <a:prstGeom prst="rect">
              <a:avLst/>
            </a:prstGeom>
            <a:noFill/>
          </p:spPr>
          <p:txBody>
            <a:bodyPr wrap="square">
              <a:spAutoFit/>
            </a:bodyPr>
            <a:lstStyle/>
            <a:p>
              <a:pPr algn="ctr"/>
              <a:r>
                <a:rPr lang="en-IN" sz="1200" dirty="0">
                  <a:solidFill>
                    <a:schemeClr val="bg1"/>
                  </a:solidFill>
                </a:rPr>
                <a:t>Shows areas with recurring waste.</a:t>
              </a:r>
              <a:endParaRPr lang="en-IN" sz="1200" dirty="0">
                <a:solidFill>
                  <a:schemeClr val="bg1"/>
                </a:solidFill>
                <a:latin typeface="Segoe UI" panose="020B0502040204020203" pitchFamily="34" charset="0"/>
                <a:cs typeface="Segoe UI" panose="020B0502040204020203" pitchFamily="34" charset="0"/>
              </a:endParaRPr>
            </a:p>
          </p:txBody>
        </p:sp>
        <p:sp>
          <p:nvSpPr>
            <p:cNvPr id="91" name="TextBox 90">
              <a:extLst>
                <a:ext uri="{FF2B5EF4-FFF2-40B4-BE49-F238E27FC236}">
                  <a16:creationId xmlns:a16="http://schemas.microsoft.com/office/drawing/2014/main" id="{ABFA16E3-12F3-3A31-2369-AC537F90EFC1}"/>
                </a:ext>
              </a:extLst>
            </p:cNvPr>
            <p:cNvSpPr txBox="1"/>
            <p:nvPr/>
          </p:nvSpPr>
          <p:spPr>
            <a:xfrm>
              <a:off x="6898957" y="2464041"/>
              <a:ext cx="1449718" cy="830997"/>
            </a:xfrm>
            <a:prstGeom prst="rect">
              <a:avLst/>
            </a:prstGeom>
            <a:noFill/>
          </p:spPr>
          <p:txBody>
            <a:bodyPr wrap="square">
              <a:spAutoFit/>
            </a:bodyPr>
            <a:lstStyle/>
            <a:p>
              <a:pPr algn="ctr"/>
              <a:r>
                <a:rPr lang="en-IN" sz="1200" dirty="0">
                  <a:solidFill>
                    <a:schemeClr val="bg1"/>
                  </a:solidFill>
                </a:rPr>
                <a:t>Prepares reports for municipal authorities. </a:t>
              </a:r>
            </a:p>
            <a:p>
              <a:pPr algn="ctr"/>
              <a:endParaRPr lang="en-IN" sz="1200" dirty="0">
                <a:solidFill>
                  <a:schemeClr val="bg1"/>
                </a:solidFill>
                <a:latin typeface="Segoe UI" panose="020B0502040204020203" pitchFamily="34" charset="0"/>
                <a:cs typeface="Segoe UI" panose="020B0502040204020203" pitchFamily="34" charset="0"/>
              </a:endParaRPr>
            </a:p>
          </p:txBody>
        </p:sp>
        <p:sp>
          <p:nvSpPr>
            <p:cNvPr id="92" name="TextBox 91">
              <a:extLst>
                <a:ext uri="{FF2B5EF4-FFF2-40B4-BE49-F238E27FC236}">
                  <a16:creationId xmlns:a16="http://schemas.microsoft.com/office/drawing/2014/main" id="{4F786AAD-754C-BF89-AB18-50C01037C801}"/>
                </a:ext>
              </a:extLst>
            </p:cNvPr>
            <p:cNvSpPr txBox="1"/>
            <p:nvPr/>
          </p:nvSpPr>
          <p:spPr>
            <a:xfrm>
              <a:off x="8577342" y="4631956"/>
              <a:ext cx="1148583" cy="646331"/>
            </a:xfrm>
            <a:prstGeom prst="rect">
              <a:avLst/>
            </a:prstGeom>
            <a:noFill/>
          </p:spPr>
          <p:txBody>
            <a:bodyPr wrap="square">
              <a:spAutoFit/>
            </a:bodyPr>
            <a:lstStyle/>
            <a:p>
              <a:pPr algn="ctr"/>
              <a:r>
                <a:rPr lang="en-GB" sz="1200" dirty="0">
                  <a:solidFill>
                    <a:schemeClr val="bg1"/>
                  </a:solidFill>
                  <a:latin typeface="Segoe UI" panose="020B0502040204020203" pitchFamily="34" charset="0"/>
                  <a:cs typeface="Segoe UI" panose="020B0502040204020203" pitchFamily="34" charset="0"/>
                </a:rPr>
                <a:t>Evaluate results and fix issues</a:t>
              </a:r>
              <a:endParaRPr lang="en-IN" sz="1200" dirty="0">
                <a:solidFill>
                  <a:schemeClr val="bg1"/>
                </a:solidFill>
                <a:latin typeface="Segoe UI" panose="020B0502040204020203" pitchFamily="34" charset="0"/>
                <a:cs typeface="Segoe UI" panose="020B0502040204020203" pitchFamily="34" charset="0"/>
              </a:endParaRPr>
            </a:p>
          </p:txBody>
        </p:sp>
        <p:sp>
          <p:nvSpPr>
            <p:cNvPr id="95" name="TextBox 94">
              <a:extLst>
                <a:ext uri="{FF2B5EF4-FFF2-40B4-BE49-F238E27FC236}">
                  <a16:creationId xmlns:a16="http://schemas.microsoft.com/office/drawing/2014/main" id="{F1DFF579-5818-C3A4-EC78-0418A88AF218}"/>
                </a:ext>
              </a:extLst>
            </p:cNvPr>
            <p:cNvSpPr txBox="1"/>
            <p:nvPr/>
          </p:nvSpPr>
          <p:spPr>
            <a:xfrm>
              <a:off x="794958" y="1787553"/>
              <a:ext cx="1435185" cy="276999"/>
            </a:xfrm>
            <a:prstGeom prst="rect">
              <a:avLst/>
            </a:prstGeom>
            <a:noFill/>
          </p:spPr>
          <p:txBody>
            <a:bodyPr wrap="square">
              <a:spAutoFit/>
            </a:bodyPr>
            <a:lstStyle/>
            <a:p>
              <a:pPr algn="ctr"/>
              <a:r>
                <a:rPr lang="en-GB" sz="1200" b="1" dirty="0">
                  <a:solidFill>
                    <a:schemeClr val="tx1">
                      <a:lumMod val="85000"/>
                      <a:lumOff val="15000"/>
                    </a:schemeClr>
                  </a:solidFill>
                  <a:latin typeface="Segoe UI" panose="020B0502040204020203" pitchFamily="34" charset="0"/>
                  <a:cs typeface="Segoe UI" panose="020B0502040204020203" pitchFamily="34" charset="0"/>
                </a:rPr>
                <a:t>SWMH</a:t>
              </a:r>
              <a:endParaRPr lang="en-IN" sz="12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96" name="TextBox 95">
              <a:extLst>
                <a:ext uri="{FF2B5EF4-FFF2-40B4-BE49-F238E27FC236}">
                  <a16:creationId xmlns:a16="http://schemas.microsoft.com/office/drawing/2014/main" id="{A7583A2A-E5D0-F1E2-C40C-81168562C8AE}"/>
                </a:ext>
              </a:extLst>
            </p:cNvPr>
            <p:cNvSpPr txBox="1"/>
            <p:nvPr/>
          </p:nvSpPr>
          <p:spPr>
            <a:xfrm>
              <a:off x="3996317" y="1783788"/>
              <a:ext cx="1143732" cy="276999"/>
            </a:xfrm>
            <a:prstGeom prst="rect">
              <a:avLst/>
            </a:prstGeom>
            <a:noFill/>
          </p:spPr>
          <p:txBody>
            <a:bodyPr wrap="square">
              <a:spAutoFit/>
            </a:bodyPr>
            <a:lstStyle/>
            <a:p>
              <a:pPr algn="ctr"/>
              <a:r>
                <a:rPr lang="en-IN" sz="1200" b="1" dirty="0"/>
                <a:t>Records Data</a:t>
              </a:r>
              <a:r>
                <a:rPr lang="en-IN" sz="1200" dirty="0"/>
                <a:t> </a:t>
              </a:r>
              <a:endParaRPr lang="en-IN" sz="12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97" name="TextBox 96">
              <a:extLst>
                <a:ext uri="{FF2B5EF4-FFF2-40B4-BE49-F238E27FC236}">
                  <a16:creationId xmlns:a16="http://schemas.microsoft.com/office/drawing/2014/main" id="{8882C9F1-47A7-CB09-8C60-55918CA70DB9}"/>
                </a:ext>
              </a:extLst>
            </p:cNvPr>
            <p:cNvSpPr txBox="1"/>
            <p:nvPr/>
          </p:nvSpPr>
          <p:spPr>
            <a:xfrm>
              <a:off x="7041774" y="1707519"/>
              <a:ext cx="1164084" cy="461665"/>
            </a:xfrm>
            <a:prstGeom prst="rect">
              <a:avLst/>
            </a:prstGeom>
            <a:noFill/>
          </p:spPr>
          <p:txBody>
            <a:bodyPr wrap="square">
              <a:spAutoFit/>
            </a:bodyPr>
            <a:lstStyle/>
            <a:p>
              <a:pPr algn="ctr"/>
              <a:r>
                <a:rPr lang="en-US" sz="1200" b="1" dirty="0">
                  <a:solidFill>
                    <a:schemeClr val="tx1">
                      <a:lumMod val="85000"/>
                      <a:lumOff val="15000"/>
                    </a:schemeClr>
                  </a:solidFill>
                  <a:latin typeface="Segoe UI" panose="020B0502040204020203" pitchFamily="34" charset="0"/>
                  <a:cs typeface="Segoe UI" panose="020B0502040204020203" pitchFamily="34" charset="0"/>
                </a:rPr>
                <a:t>Generates Reports</a:t>
              </a:r>
              <a:endParaRPr lang="en-IN" sz="12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99" name="TextBox 98">
              <a:extLst>
                <a:ext uri="{FF2B5EF4-FFF2-40B4-BE49-F238E27FC236}">
                  <a16:creationId xmlns:a16="http://schemas.microsoft.com/office/drawing/2014/main" id="{445D4C13-8DD3-2858-5483-3A1590381E82}"/>
                </a:ext>
              </a:extLst>
            </p:cNvPr>
            <p:cNvSpPr txBox="1"/>
            <p:nvPr/>
          </p:nvSpPr>
          <p:spPr>
            <a:xfrm>
              <a:off x="8466302" y="5642728"/>
              <a:ext cx="1370662" cy="276999"/>
            </a:xfrm>
            <a:prstGeom prst="rect">
              <a:avLst/>
            </a:prstGeom>
            <a:noFill/>
          </p:spPr>
          <p:txBody>
            <a:bodyPr wrap="square">
              <a:spAutoFit/>
            </a:bodyPr>
            <a:lstStyle/>
            <a:p>
              <a:pPr algn="ctr"/>
              <a:r>
                <a:rPr lang="en-GB" sz="1200" b="1" dirty="0">
                  <a:solidFill>
                    <a:schemeClr val="tx1">
                      <a:lumMod val="85000"/>
                      <a:lumOff val="15000"/>
                    </a:schemeClr>
                  </a:solidFill>
                  <a:latin typeface="Segoe UI" panose="020B0502040204020203" pitchFamily="34" charset="0"/>
                  <a:cs typeface="Segoe UI" panose="020B0502040204020203" pitchFamily="34" charset="0"/>
                </a:rPr>
                <a:t>Review</a:t>
              </a:r>
              <a:endParaRPr lang="en-IN" sz="12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100" name="TextBox 99">
              <a:extLst>
                <a:ext uri="{FF2B5EF4-FFF2-40B4-BE49-F238E27FC236}">
                  <a16:creationId xmlns:a16="http://schemas.microsoft.com/office/drawing/2014/main" id="{CD5F0D59-D532-9D42-B9A2-540E07760B40}"/>
                </a:ext>
              </a:extLst>
            </p:cNvPr>
            <p:cNvSpPr txBox="1"/>
            <p:nvPr/>
          </p:nvSpPr>
          <p:spPr>
            <a:xfrm>
              <a:off x="5540010" y="5642728"/>
              <a:ext cx="1111981" cy="461665"/>
            </a:xfrm>
            <a:prstGeom prst="rect">
              <a:avLst/>
            </a:prstGeom>
            <a:noFill/>
          </p:spPr>
          <p:txBody>
            <a:bodyPr wrap="square">
              <a:spAutoFit/>
            </a:bodyPr>
            <a:lstStyle/>
            <a:p>
              <a:pPr algn="ctr"/>
              <a:r>
                <a:rPr lang="en-IN" sz="1200" b="1" dirty="0"/>
                <a:t>Maps Hotspots</a:t>
              </a:r>
              <a:endParaRPr lang="en-IN" sz="12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102" name="TextBox 101">
              <a:extLst>
                <a:ext uri="{FF2B5EF4-FFF2-40B4-BE49-F238E27FC236}">
                  <a16:creationId xmlns:a16="http://schemas.microsoft.com/office/drawing/2014/main" id="{E5B7F2B5-5B15-16C8-EB61-7D0E0EC77F83}"/>
                </a:ext>
              </a:extLst>
            </p:cNvPr>
            <p:cNvSpPr txBox="1"/>
            <p:nvPr/>
          </p:nvSpPr>
          <p:spPr>
            <a:xfrm>
              <a:off x="2437805" y="5642728"/>
              <a:ext cx="1205125" cy="276999"/>
            </a:xfrm>
            <a:prstGeom prst="rect">
              <a:avLst/>
            </a:prstGeom>
            <a:noFill/>
          </p:spPr>
          <p:txBody>
            <a:bodyPr wrap="square">
              <a:spAutoFit/>
            </a:bodyPr>
            <a:lstStyle/>
            <a:p>
              <a:pPr algn="ctr"/>
              <a:r>
                <a:rPr lang="en-GB" sz="1200" b="1" dirty="0">
                  <a:solidFill>
                    <a:schemeClr val="tx1">
                      <a:lumMod val="85000"/>
                      <a:lumOff val="15000"/>
                    </a:schemeClr>
                  </a:solidFill>
                  <a:latin typeface="Segoe UI" panose="020B0502040204020203" pitchFamily="34" charset="0"/>
                  <a:cs typeface="Segoe UI" panose="020B0502040204020203" pitchFamily="34" charset="0"/>
                </a:rPr>
                <a:t>Detects Waste</a:t>
              </a:r>
              <a:endParaRPr lang="en-IN" sz="12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103" name="TextBox 102">
              <a:extLst>
                <a:ext uri="{FF2B5EF4-FFF2-40B4-BE49-F238E27FC236}">
                  <a16:creationId xmlns:a16="http://schemas.microsoft.com/office/drawing/2014/main" id="{EADA19C0-BF77-DCA2-E620-7A779663CCBC}"/>
                </a:ext>
              </a:extLst>
            </p:cNvPr>
            <p:cNvSpPr txBox="1"/>
            <p:nvPr/>
          </p:nvSpPr>
          <p:spPr>
            <a:xfrm>
              <a:off x="1119432" y="4374651"/>
              <a:ext cx="786241" cy="338554"/>
            </a:xfrm>
            <a:prstGeom prst="rect">
              <a:avLst/>
            </a:prstGeom>
            <a:noFill/>
          </p:spPr>
          <p:txBody>
            <a:bodyPr wrap="none" rtlCol="0">
              <a:spAutoFit/>
            </a:bodyPr>
            <a:lstStyle/>
            <a:p>
              <a:pPr algn="ctr"/>
              <a:r>
                <a:rPr lang="en-US" sz="1600" b="1" dirty="0">
                  <a:solidFill>
                    <a:schemeClr val="bg1"/>
                  </a:solidFill>
                  <a:latin typeface="Segoe UI" panose="020B0502040204020203" pitchFamily="34" charset="0"/>
                  <a:cs typeface="Segoe UI" panose="020B0502040204020203" pitchFamily="34" charset="0"/>
                </a:rPr>
                <a:t>Step 1</a:t>
              </a:r>
              <a:endParaRPr lang="en-IN" sz="1600" b="1" dirty="0">
                <a:solidFill>
                  <a:schemeClr val="bg1"/>
                </a:solidFill>
                <a:latin typeface="Segoe UI" panose="020B0502040204020203" pitchFamily="34" charset="0"/>
                <a:cs typeface="Segoe UI" panose="020B0502040204020203" pitchFamily="34" charset="0"/>
              </a:endParaRPr>
            </a:p>
          </p:txBody>
        </p:sp>
        <p:sp>
          <p:nvSpPr>
            <p:cNvPr id="104" name="TextBox 103">
              <a:extLst>
                <a:ext uri="{FF2B5EF4-FFF2-40B4-BE49-F238E27FC236}">
                  <a16:creationId xmlns:a16="http://schemas.microsoft.com/office/drawing/2014/main" id="{469C0639-2AA0-84FF-686E-3DA35C3EBA5B}"/>
                </a:ext>
              </a:extLst>
            </p:cNvPr>
            <p:cNvSpPr txBox="1"/>
            <p:nvPr/>
          </p:nvSpPr>
          <p:spPr>
            <a:xfrm>
              <a:off x="4175064" y="4374651"/>
              <a:ext cx="786241" cy="338554"/>
            </a:xfrm>
            <a:prstGeom prst="rect">
              <a:avLst/>
            </a:prstGeom>
            <a:noFill/>
          </p:spPr>
          <p:txBody>
            <a:bodyPr wrap="none" rtlCol="0">
              <a:spAutoFit/>
            </a:bodyPr>
            <a:lstStyle/>
            <a:p>
              <a:pPr algn="ctr"/>
              <a:r>
                <a:rPr lang="en-US" sz="1600" b="1" dirty="0">
                  <a:solidFill>
                    <a:schemeClr val="bg1"/>
                  </a:solidFill>
                  <a:latin typeface="Segoe UI" panose="020B0502040204020203" pitchFamily="34" charset="0"/>
                  <a:cs typeface="Segoe UI" panose="020B0502040204020203" pitchFamily="34" charset="0"/>
                </a:rPr>
                <a:t>Step 3</a:t>
              </a:r>
              <a:endParaRPr lang="en-IN" sz="1600" b="1" dirty="0">
                <a:solidFill>
                  <a:schemeClr val="bg1"/>
                </a:solidFill>
                <a:latin typeface="Segoe UI" panose="020B0502040204020203" pitchFamily="34" charset="0"/>
                <a:cs typeface="Segoe UI" panose="020B0502040204020203" pitchFamily="34" charset="0"/>
              </a:endParaRPr>
            </a:p>
          </p:txBody>
        </p:sp>
        <p:sp>
          <p:nvSpPr>
            <p:cNvPr id="105" name="TextBox 104">
              <a:extLst>
                <a:ext uri="{FF2B5EF4-FFF2-40B4-BE49-F238E27FC236}">
                  <a16:creationId xmlns:a16="http://schemas.microsoft.com/office/drawing/2014/main" id="{ECB2A106-D305-9881-1DF2-B3165D5719DD}"/>
                </a:ext>
              </a:extLst>
            </p:cNvPr>
            <p:cNvSpPr txBox="1"/>
            <p:nvPr/>
          </p:nvSpPr>
          <p:spPr>
            <a:xfrm>
              <a:off x="7230696" y="4374651"/>
              <a:ext cx="786241" cy="338554"/>
            </a:xfrm>
            <a:prstGeom prst="rect">
              <a:avLst/>
            </a:prstGeom>
            <a:noFill/>
          </p:spPr>
          <p:txBody>
            <a:bodyPr wrap="none" rtlCol="0">
              <a:spAutoFit/>
            </a:bodyPr>
            <a:lstStyle/>
            <a:p>
              <a:pPr algn="ctr"/>
              <a:r>
                <a:rPr lang="en-GB" sz="1600" b="1" dirty="0">
                  <a:solidFill>
                    <a:schemeClr val="bg1"/>
                  </a:solidFill>
                  <a:latin typeface="Segoe UI" panose="020B0502040204020203" pitchFamily="34" charset="0"/>
                  <a:cs typeface="Segoe UI" panose="020B0502040204020203" pitchFamily="34" charset="0"/>
                </a:rPr>
                <a:t>Step 5</a:t>
              </a:r>
              <a:endParaRPr lang="en-IN" sz="1600" b="1" dirty="0">
                <a:solidFill>
                  <a:schemeClr val="bg1"/>
                </a:solidFill>
                <a:latin typeface="Segoe UI" panose="020B0502040204020203" pitchFamily="34" charset="0"/>
                <a:cs typeface="Segoe UI" panose="020B0502040204020203" pitchFamily="34" charset="0"/>
              </a:endParaRPr>
            </a:p>
          </p:txBody>
        </p:sp>
        <p:sp>
          <p:nvSpPr>
            <p:cNvPr id="106" name="TextBox 105">
              <a:extLst>
                <a:ext uri="{FF2B5EF4-FFF2-40B4-BE49-F238E27FC236}">
                  <a16:creationId xmlns:a16="http://schemas.microsoft.com/office/drawing/2014/main" id="{270F9680-FA89-ADAB-EFA6-F5228723EBB3}"/>
                </a:ext>
              </a:extLst>
            </p:cNvPr>
            <p:cNvSpPr txBox="1"/>
            <p:nvPr/>
          </p:nvSpPr>
          <p:spPr>
            <a:xfrm>
              <a:off x="10587084" y="4374651"/>
              <a:ext cx="184730" cy="338554"/>
            </a:xfrm>
            <a:prstGeom prst="rect">
              <a:avLst/>
            </a:prstGeom>
            <a:noFill/>
          </p:spPr>
          <p:txBody>
            <a:bodyPr wrap="none" rtlCol="0">
              <a:spAutoFit/>
            </a:bodyPr>
            <a:lstStyle/>
            <a:p>
              <a:pPr algn="ctr"/>
              <a:endParaRPr lang="en-IN" sz="1600" b="1" dirty="0">
                <a:solidFill>
                  <a:schemeClr val="bg1"/>
                </a:solidFill>
                <a:latin typeface="Segoe UI" panose="020B0502040204020203" pitchFamily="34" charset="0"/>
                <a:cs typeface="Segoe UI" panose="020B0502040204020203" pitchFamily="34" charset="0"/>
              </a:endParaRPr>
            </a:p>
          </p:txBody>
        </p:sp>
        <p:sp>
          <p:nvSpPr>
            <p:cNvPr id="107" name="TextBox 106">
              <a:extLst>
                <a:ext uri="{FF2B5EF4-FFF2-40B4-BE49-F238E27FC236}">
                  <a16:creationId xmlns:a16="http://schemas.microsoft.com/office/drawing/2014/main" id="{A17BC582-AA3B-5E13-EBE6-913B554F60ED}"/>
                </a:ext>
              </a:extLst>
            </p:cNvPr>
            <p:cNvSpPr txBox="1"/>
            <p:nvPr/>
          </p:nvSpPr>
          <p:spPr>
            <a:xfrm>
              <a:off x="2647247" y="2990310"/>
              <a:ext cx="786241" cy="338554"/>
            </a:xfrm>
            <a:prstGeom prst="rect">
              <a:avLst/>
            </a:prstGeom>
            <a:noFill/>
          </p:spPr>
          <p:txBody>
            <a:bodyPr wrap="none" rtlCol="0">
              <a:spAutoFit/>
            </a:bodyPr>
            <a:lstStyle/>
            <a:p>
              <a:pPr algn="ctr"/>
              <a:r>
                <a:rPr lang="en-US" sz="1600" b="1" dirty="0">
                  <a:solidFill>
                    <a:schemeClr val="bg1"/>
                  </a:solidFill>
                  <a:latin typeface="Segoe UI" panose="020B0502040204020203" pitchFamily="34" charset="0"/>
                  <a:cs typeface="Segoe UI" panose="020B0502040204020203" pitchFamily="34" charset="0"/>
                </a:rPr>
                <a:t>Step 2</a:t>
              </a:r>
              <a:endParaRPr lang="en-IN" sz="1600" b="1" dirty="0">
                <a:solidFill>
                  <a:schemeClr val="bg1"/>
                </a:solidFill>
                <a:latin typeface="Segoe UI" panose="020B0502040204020203" pitchFamily="34" charset="0"/>
                <a:cs typeface="Segoe UI" panose="020B0502040204020203" pitchFamily="34" charset="0"/>
              </a:endParaRPr>
            </a:p>
          </p:txBody>
        </p:sp>
        <p:sp>
          <p:nvSpPr>
            <p:cNvPr id="108" name="TextBox 107">
              <a:extLst>
                <a:ext uri="{FF2B5EF4-FFF2-40B4-BE49-F238E27FC236}">
                  <a16:creationId xmlns:a16="http://schemas.microsoft.com/office/drawing/2014/main" id="{4B188B36-EAED-A551-C00B-9E688AD76B19}"/>
                </a:ext>
              </a:extLst>
            </p:cNvPr>
            <p:cNvSpPr txBox="1"/>
            <p:nvPr/>
          </p:nvSpPr>
          <p:spPr>
            <a:xfrm>
              <a:off x="5702880" y="2990310"/>
              <a:ext cx="786241" cy="338554"/>
            </a:xfrm>
            <a:prstGeom prst="rect">
              <a:avLst/>
            </a:prstGeom>
            <a:noFill/>
          </p:spPr>
          <p:txBody>
            <a:bodyPr wrap="none" rtlCol="0">
              <a:spAutoFit/>
            </a:bodyPr>
            <a:lstStyle/>
            <a:p>
              <a:pPr algn="ctr"/>
              <a:r>
                <a:rPr lang="en-US" sz="1600" b="1" dirty="0">
                  <a:solidFill>
                    <a:schemeClr val="bg1"/>
                  </a:solidFill>
                  <a:latin typeface="Segoe UI" panose="020B0502040204020203" pitchFamily="34" charset="0"/>
                  <a:cs typeface="Segoe UI" panose="020B0502040204020203" pitchFamily="34" charset="0"/>
                </a:rPr>
                <a:t>Step 4</a:t>
              </a:r>
              <a:endParaRPr lang="en-IN" sz="1600" b="1" dirty="0">
                <a:solidFill>
                  <a:schemeClr val="bg1"/>
                </a:solidFill>
                <a:latin typeface="Segoe UI" panose="020B0502040204020203" pitchFamily="34" charset="0"/>
                <a:cs typeface="Segoe UI" panose="020B0502040204020203" pitchFamily="34" charset="0"/>
              </a:endParaRPr>
            </a:p>
          </p:txBody>
        </p:sp>
        <p:sp>
          <p:nvSpPr>
            <p:cNvPr id="109" name="TextBox 108">
              <a:extLst>
                <a:ext uri="{FF2B5EF4-FFF2-40B4-BE49-F238E27FC236}">
                  <a16:creationId xmlns:a16="http://schemas.microsoft.com/office/drawing/2014/main" id="{AAF60203-0FEA-1C74-BD2F-626CFE4C35F9}"/>
                </a:ext>
              </a:extLst>
            </p:cNvPr>
            <p:cNvSpPr txBox="1"/>
            <p:nvPr/>
          </p:nvSpPr>
          <p:spPr>
            <a:xfrm>
              <a:off x="8758513" y="2990310"/>
              <a:ext cx="786241" cy="338554"/>
            </a:xfrm>
            <a:prstGeom prst="rect">
              <a:avLst/>
            </a:prstGeom>
            <a:noFill/>
          </p:spPr>
          <p:txBody>
            <a:bodyPr wrap="none" rtlCol="0">
              <a:spAutoFit/>
            </a:bodyPr>
            <a:lstStyle/>
            <a:p>
              <a:pPr algn="ctr"/>
              <a:r>
                <a:rPr lang="en-US" sz="1600" b="1" dirty="0">
                  <a:solidFill>
                    <a:schemeClr val="bg1"/>
                  </a:solidFill>
                  <a:latin typeface="Segoe UI" panose="020B0502040204020203" pitchFamily="34" charset="0"/>
                  <a:cs typeface="Segoe UI" panose="020B0502040204020203" pitchFamily="34" charset="0"/>
                </a:rPr>
                <a:t>Step 6</a:t>
              </a:r>
              <a:endParaRPr lang="en-IN" sz="1600" b="1" dirty="0">
                <a:solidFill>
                  <a:schemeClr val="bg1"/>
                </a:solidFill>
                <a:latin typeface="Segoe UI" panose="020B0502040204020203" pitchFamily="34" charset="0"/>
                <a:cs typeface="Segoe UI" panose="020B0502040204020203" pitchFamily="34" charset="0"/>
              </a:endParaRPr>
            </a:p>
          </p:txBody>
        </p:sp>
      </p:grpSp>
      <p:grpSp>
        <p:nvGrpSpPr>
          <p:cNvPr id="3" name="Group 2">
            <a:extLst>
              <a:ext uri="{FF2B5EF4-FFF2-40B4-BE49-F238E27FC236}">
                <a16:creationId xmlns:a16="http://schemas.microsoft.com/office/drawing/2014/main" id="{F48B067A-3AF8-881D-0267-1E2BB96620FC}"/>
              </a:ext>
            </a:extLst>
          </p:cNvPr>
          <p:cNvGrpSpPr/>
          <p:nvPr/>
        </p:nvGrpSpPr>
        <p:grpSpPr>
          <a:xfrm>
            <a:off x="-7995513" y="-4693358"/>
            <a:ext cx="9762925" cy="13403844"/>
            <a:chOff x="4348083" y="-404614"/>
            <a:chExt cx="8567372" cy="11762430"/>
          </a:xfrm>
          <a:gradFill>
            <a:gsLst>
              <a:gs pos="0">
                <a:srgbClr val="E19837">
                  <a:shade val="30000"/>
                  <a:satMod val="115000"/>
                </a:srgbClr>
              </a:gs>
              <a:gs pos="50000">
                <a:srgbClr val="E19837">
                  <a:shade val="67500"/>
                  <a:satMod val="115000"/>
                </a:srgbClr>
              </a:gs>
              <a:gs pos="100000">
                <a:srgbClr val="E19837">
                  <a:shade val="100000"/>
                  <a:satMod val="115000"/>
                </a:srgbClr>
              </a:gs>
            </a:gsLst>
            <a:lin ang="0" scaled="1"/>
          </a:gradFill>
          <a:effectLst>
            <a:outerShdw blurRad="152400" dist="50800" dir="16860000" algn="ctr" rotWithShape="0">
              <a:srgbClr val="000000">
                <a:alpha val="41000"/>
              </a:srgbClr>
            </a:outerShdw>
          </a:effectLst>
        </p:grpSpPr>
        <p:sp>
          <p:nvSpPr>
            <p:cNvPr id="4" name="Hexagon 3">
              <a:extLst>
                <a:ext uri="{FF2B5EF4-FFF2-40B4-BE49-F238E27FC236}">
                  <a16:creationId xmlns:a16="http://schemas.microsoft.com/office/drawing/2014/main" id="{D1A734B4-666F-29B1-D758-4D0A7AB038C0}"/>
                </a:ext>
              </a:extLst>
            </p:cNvPr>
            <p:cNvSpPr/>
            <p:nvPr/>
          </p:nvSpPr>
          <p:spPr>
            <a:xfrm rot="16200000">
              <a:off x="7876084" y="2009408"/>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Hexagon 4">
              <a:extLst>
                <a:ext uri="{FF2B5EF4-FFF2-40B4-BE49-F238E27FC236}">
                  <a16:creationId xmlns:a16="http://schemas.microsoft.com/office/drawing/2014/main" id="{2B3B25B0-C032-0555-D183-84C0EA380000}"/>
                </a:ext>
              </a:extLst>
            </p:cNvPr>
            <p:cNvSpPr/>
            <p:nvPr/>
          </p:nvSpPr>
          <p:spPr>
            <a:xfrm rot="16200000">
              <a:off x="5400770" y="200940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Hexagon 6">
              <a:extLst>
                <a:ext uri="{FF2B5EF4-FFF2-40B4-BE49-F238E27FC236}">
                  <a16:creationId xmlns:a16="http://schemas.microsoft.com/office/drawing/2014/main" id="{F1F68BE0-B2E7-74B2-C0B9-A4C9B1E8E4EB}"/>
                </a:ext>
              </a:extLst>
            </p:cNvPr>
            <p:cNvSpPr/>
            <p:nvPr/>
          </p:nvSpPr>
          <p:spPr>
            <a:xfrm rot="16200000">
              <a:off x="10360038" y="200940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Hexagon 7">
              <a:extLst>
                <a:ext uri="{FF2B5EF4-FFF2-40B4-BE49-F238E27FC236}">
                  <a16:creationId xmlns:a16="http://schemas.microsoft.com/office/drawing/2014/main" id="{BCA5E2DD-B45B-B43F-8D91-36201737EDEF}"/>
                </a:ext>
              </a:extLst>
            </p:cNvPr>
            <p:cNvSpPr/>
            <p:nvPr/>
          </p:nvSpPr>
          <p:spPr>
            <a:xfrm rot="16200000">
              <a:off x="9082713" y="423413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Hexagon 8">
              <a:extLst>
                <a:ext uri="{FF2B5EF4-FFF2-40B4-BE49-F238E27FC236}">
                  <a16:creationId xmlns:a16="http://schemas.microsoft.com/office/drawing/2014/main" id="{8E1F13AD-0480-327C-13AB-CC6D66FFDBAE}"/>
                </a:ext>
              </a:extLst>
            </p:cNvPr>
            <p:cNvSpPr/>
            <p:nvPr/>
          </p:nvSpPr>
          <p:spPr>
            <a:xfrm rot="16200000">
              <a:off x="6622324" y="4234135"/>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Hexagon 10">
              <a:extLst>
                <a:ext uri="{FF2B5EF4-FFF2-40B4-BE49-F238E27FC236}">
                  <a16:creationId xmlns:a16="http://schemas.microsoft.com/office/drawing/2014/main" id="{4F662D68-18FC-6924-3B9D-6EDB94E9A8E7}"/>
                </a:ext>
              </a:extLst>
            </p:cNvPr>
            <p:cNvSpPr/>
            <p:nvPr/>
          </p:nvSpPr>
          <p:spPr>
            <a:xfrm rot="16200000">
              <a:off x="4158793" y="4234136"/>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Hexagon 11">
              <a:extLst>
                <a:ext uri="{FF2B5EF4-FFF2-40B4-BE49-F238E27FC236}">
                  <a16:creationId xmlns:a16="http://schemas.microsoft.com/office/drawing/2014/main" id="{B84EBE2E-B9EE-834E-BC20-A43D3E458550}"/>
                </a:ext>
              </a:extLst>
            </p:cNvPr>
            <p:cNvSpPr/>
            <p:nvPr/>
          </p:nvSpPr>
          <p:spPr>
            <a:xfrm rot="16200000">
              <a:off x="9118061" y="-215324"/>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Hexagon 12">
              <a:extLst>
                <a:ext uri="{FF2B5EF4-FFF2-40B4-BE49-F238E27FC236}">
                  <a16:creationId xmlns:a16="http://schemas.microsoft.com/office/drawing/2014/main" id="{C7E5CB4A-1310-85E8-B13E-2D3AB9DE5DE9}"/>
                </a:ext>
              </a:extLst>
            </p:cNvPr>
            <p:cNvSpPr/>
            <p:nvPr/>
          </p:nvSpPr>
          <p:spPr>
            <a:xfrm rot="16200000">
              <a:off x="6657673" y="-215323"/>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Hexagon 14">
              <a:extLst>
                <a:ext uri="{FF2B5EF4-FFF2-40B4-BE49-F238E27FC236}">
                  <a16:creationId xmlns:a16="http://schemas.microsoft.com/office/drawing/2014/main" id="{A1BCF019-6A99-9BC6-3932-1E7493FED871}"/>
                </a:ext>
              </a:extLst>
            </p:cNvPr>
            <p:cNvSpPr/>
            <p:nvPr/>
          </p:nvSpPr>
          <p:spPr>
            <a:xfrm rot="16200000">
              <a:off x="10360038" y="651157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Hexagon 15">
              <a:extLst>
                <a:ext uri="{FF2B5EF4-FFF2-40B4-BE49-F238E27FC236}">
                  <a16:creationId xmlns:a16="http://schemas.microsoft.com/office/drawing/2014/main" id="{B6CB45A7-7196-BE06-F353-597377346BEB}"/>
                </a:ext>
              </a:extLst>
            </p:cNvPr>
            <p:cNvSpPr/>
            <p:nvPr/>
          </p:nvSpPr>
          <p:spPr>
            <a:xfrm rot="16200000">
              <a:off x="5368565"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Hexagon 16">
              <a:extLst>
                <a:ext uri="{FF2B5EF4-FFF2-40B4-BE49-F238E27FC236}">
                  <a16:creationId xmlns:a16="http://schemas.microsoft.com/office/drawing/2014/main" id="{E071A47E-3A19-5E1F-944C-C1EAFFA875C9}"/>
                </a:ext>
              </a:extLst>
            </p:cNvPr>
            <p:cNvSpPr/>
            <p:nvPr/>
          </p:nvSpPr>
          <p:spPr>
            <a:xfrm rot="16200000">
              <a:off x="7864301" y="6518267"/>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Hexagon 18">
              <a:extLst>
                <a:ext uri="{FF2B5EF4-FFF2-40B4-BE49-F238E27FC236}">
                  <a16:creationId xmlns:a16="http://schemas.microsoft.com/office/drawing/2014/main" id="{EC239D10-9109-EA75-0B3E-AE4BC216F650}"/>
                </a:ext>
              </a:extLst>
            </p:cNvPr>
            <p:cNvSpPr/>
            <p:nvPr/>
          </p:nvSpPr>
          <p:spPr>
            <a:xfrm rot="16200000">
              <a:off x="6610542"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Hexagon 19">
              <a:extLst>
                <a:ext uri="{FF2B5EF4-FFF2-40B4-BE49-F238E27FC236}">
                  <a16:creationId xmlns:a16="http://schemas.microsoft.com/office/drawing/2014/main" id="{D26CF549-794D-59C9-8EB9-6A0CCAC4D822}"/>
                </a:ext>
              </a:extLst>
            </p:cNvPr>
            <p:cNvSpPr/>
            <p:nvPr/>
          </p:nvSpPr>
          <p:spPr>
            <a:xfrm rot="16200000">
              <a:off x="9176974" y="8802399"/>
              <a:ext cx="2744707" cy="2366127"/>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708030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a:extLst>
            <a:ext uri="{FF2B5EF4-FFF2-40B4-BE49-F238E27FC236}">
              <a16:creationId xmlns:a16="http://schemas.microsoft.com/office/drawing/2014/main" id="{4E77134F-8452-1A60-1213-F67C8A60C6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FAD3EE-9341-13F2-3EC4-02CCED49ED97}"/>
              </a:ext>
            </a:extLst>
          </p:cNvPr>
          <p:cNvSpPr txBox="1"/>
          <p:nvPr/>
        </p:nvSpPr>
        <p:spPr>
          <a:xfrm>
            <a:off x="0" y="251104"/>
            <a:ext cx="12192000" cy="584775"/>
          </a:xfrm>
          <a:prstGeom prst="rect">
            <a:avLst/>
          </a:prstGeom>
          <a:noFill/>
        </p:spPr>
        <p:txBody>
          <a:bodyPr wrap="square">
            <a:spAutoFit/>
          </a:bodyPr>
          <a:lstStyle/>
          <a:p>
            <a:pPr algn="ctr"/>
            <a:r>
              <a:rPr lang="en-US" sz="3200" b="1" dirty="0">
                <a:solidFill>
                  <a:schemeClr val="tx1">
                    <a:lumMod val="85000"/>
                    <a:lumOff val="15000"/>
                  </a:schemeClr>
                </a:solidFill>
                <a:latin typeface="Segoe UI" panose="020B0502040204020203" pitchFamily="34" charset="0"/>
                <a:cs typeface="Segoe UI" panose="020B0502040204020203" pitchFamily="34" charset="0"/>
              </a:rPr>
              <a:t>O</a:t>
            </a:r>
            <a:r>
              <a:rPr lang="en-IN" sz="3200" b="1" dirty="0" err="1">
                <a:solidFill>
                  <a:schemeClr val="tx1">
                    <a:lumMod val="85000"/>
                    <a:lumOff val="15000"/>
                  </a:schemeClr>
                </a:solidFill>
                <a:latin typeface="Segoe UI" panose="020B0502040204020203" pitchFamily="34" charset="0"/>
                <a:cs typeface="Segoe UI" panose="020B0502040204020203" pitchFamily="34" charset="0"/>
              </a:rPr>
              <a:t>ur</a:t>
            </a:r>
            <a:r>
              <a:rPr lang="en-IN" sz="3200" b="1" dirty="0">
                <a:solidFill>
                  <a:schemeClr val="tx1">
                    <a:lumMod val="85000"/>
                    <a:lumOff val="15000"/>
                  </a:schemeClr>
                </a:solidFill>
                <a:latin typeface="Segoe UI" panose="020B0502040204020203" pitchFamily="34" charset="0"/>
                <a:cs typeface="Segoe UI" panose="020B0502040204020203" pitchFamily="34" charset="0"/>
              </a:rPr>
              <a:t> Objectives</a:t>
            </a:r>
          </a:p>
        </p:txBody>
      </p:sp>
      <p:grpSp>
        <p:nvGrpSpPr>
          <p:cNvPr id="70" name="Group 69">
            <a:extLst>
              <a:ext uri="{FF2B5EF4-FFF2-40B4-BE49-F238E27FC236}">
                <a16:creationId xmlns:a16="http://schemas.microsoft.com/office/drawing/2014/main" id="{D2328721-9B66-6A0C-1C5F-493FD599DE8E}"/>
              </a:ext>
            </a:extLst>
          </p:cNvPr>
          <p:cNvGrpSpPr/>
          <p:nvPr/>
        </p:nvGrpSpPr>
        <p:grpSpPr>
          <a:xfrm>
            <a:off x="447944" y="1524394"/>
            <a:ext cx="11296112" cy="4397680"/>
            <a:chOff x="447944" y="1562100"/>
            <a:chExt cx="11296112" cy="4397680"/>
          </a:xfrm>
        </p:grpSpPr>
        <p:sp>
          <p:nvSpPr>
            <p:cNvPr id="47" name="Rectangle: Top Corners Rounded 10">
              <a:extLst>
                <a:ext uri="{FF2B5EF4-FFF2-40B4-BE49-F238E27FC236}">
                  <a16:creationId xmlns:a16="http://schemas.microsoft.com/office/drawing/2014/main" id="{CB60F4CC-022A-D14A-F4BE-61C3CEA87A8F}"/>
                </a:ext>
              </a:extLst>
            </p:cNvPr>
            <p:cNvSpPr/>
            <p:nvPr/>
          </p:nvSpPr>
          <p:spPr>
            <a:xfrm>
              <a:off x="447944" y="1562100"/>
              <a:ext cx="2132367" cy="4397679"/>
            </a:xfrm>
            <a:prstGeom prst="roundRect">
              <a:avLst>
                <a:gd name="adj" fmla="val 69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8" name="Rectangle: Top Corners Rounded 10">
              <a:extLst>
                <a:ext uri="{FF2B5EF4-FFF2-40B4-BE49-F238E27FC236}">
                  <a16:creationId xmlns:a16="http://schemas.microsoft.com/office/drawing/2014/main" id="{FF487297-ED89-115C-8A2D-F95AD38FF8FB}"/>
                </a:ext>
              </a:extLst>
            </p:cNvPr>
            <p:cNvSpPr/>
            <p:nvPr/>
          </p:nvSpPr>
          <p:spPr>
            <a:xfrm>
              <a:off x="447944"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5" name="Rectangle: Top Corners Rounded 10">
              <a:extLst>
                <a:ext uri="{FF2B5EF4-FFF2-40B4-BE49-F238E27FC236}">
                  <a16:creationId xmlns:a16="http://schemas.microsoft.com/office/drawing/2014/main" id="{353144EE-D4C1-8B0F-2655-B70CA7B99424}"/>
                </a:ext>
              </a:extLst>
            </p:cNvPr>
            <p:cNvSpPr/>
            <p:nvPr/>
          </p:nvSpPr>
          <p:spPr>
            <a:xfrm>
              <a:off x="2738879" y="1562100"/>
              <a:ext cx="2132367" cy="4397679"/>
            </a:xfrm>
            <a:prstGeom prst="roundRect">
              <a:avLst>
                <a:gd name="adj" fmla="val 699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6" name="Rectangle: Top Corners Rounded 10">
              <a:extLst>
                <a:ext uri="{FF2B5EF4-FFF2-40B4-BE49-F238E27FC236}">
                  <a16:creationId xmlns:a16="http://schemas.microsoft.com/office/drawing/2014/main" id="{1BB1A168-AD58-3DCE-DE87-940740476DEB}"/>
                </a:ext>
              </a:extLst>
            </p:cNvPr>
            <p:cNvSpPr/>
            <p:nvPr/>
          </p:nvSpPr>
          <p:spPr>
            <a:xfrm>
              <a:off x="2738879"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3" name="Rectangle: Top Corners Rounded 10">
              <a:extLst>
                <a:ext uri="{FF2B5EF4-FFF2-40B4-BE49-F238E27FC236}">
                  <a16:creationId xmlns:a16="http://schemas.microsoft.com/office/drawing/2014/main" id="{5A90D49A-E5E3-7A5B-5783-2D8EA21C0B07}"/>
                </a:ext>
              </a:extLst>
            </p:cNvPr>
            <p:cNvSpPr/>
            <p:nvPr/>
          </p:nvSpPr>
          <p:spPr>
            <a:xfrm>
              <a:off x="5029815" y="1562100"/>
              <a:ext cx="2132367" cy="4397679"/>
            </a:xfrm>
            <a:prstGeom prst="roundRect">
              <a:avLst>
                <a:gd name="adj" fmla="val 699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4" name="Rectangle: Top Corners Rounded 10">
              <a:extLst>
                <a:ext uri="{FF2B5EF4-FFF2-40B4-BE49-F238E27FC236}">
                  <a16:creationId xmlns:a16="http://schemas.microsoft.com/office/drawing/2014/main" id="{248EDAEF-0A7D-54F6-904B-E5D0536021FA}"/>
                </a:ext>
              </a:extLst>
            </p:cNvPr>
            <p:cNvSpPr/>
            <p:nvPr/>
          </p:nvSpPr>
          <p:spPr>
            <a:xfrm>
              <a:off x="5029815"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1" name="Rectangle: Top Corners Rounded 10">
              <a:extLst>
                <a:ext uri="{FF2B5EF4-FFF2-40B4-BE49-F238E27FC236}">
                  <a16:creationId xmlns:a16="http://schemas.microsoft.com/office/drawing/2014/main" id="{5B30680D-9804-022B-A236-509B96B423D9}"/>
                </a:ext>
              </a:extLst>
            </p:cNvPr>
            <p:cNvSpPr/>
            <p:nvPr/>
          </p:nvSpPr>
          <p:spPr>
            <a:xfrm>
              <a:off x="9611689" y="1562100"/>
              <a:ext cx="2132367" cy="4397679"/>
            </a:xfrm>
            <a:prstGeom prst="roundRect">
              <a:avLst>
                <a:gd name="adj" fmla="val 699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2" name="Rectangle: Top Corners Rounded 10">
              <a:extLst>
                <a:ext uri="{FF2B5EF4-FFF2-40B4-BE49-F238E27FC236}">
                  <a16:creationId xmlns:a16="http://schemas.microsoft.com/office/drawing/2014/main" id="{E02CAA3D-EFCF-D71C-B961-D0AF3497DFB6}"/>
                </a:ext>
              </a:extLst>
            </p:cNvPr>
            <p:cNvSpPr/>
            <p:nvPr/>
          </p:nvSpPr>
          <p:spPr>
            <a:xfrm>
              <a:off x="9611689"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9" name="Rectangle: Top Corners Rounded 10">
              <a:extLst>
                <a:ext uri="{FF2B5EF4-FFF2-40B4-BE49-F238E27FC236}">
                  <a16:creationId xmlns:a16="http://schemas.microsoft.com/office/drawing/2014/main" id="{15DF4E6D-D7E4-874E-1B09-40FE7AD6FE57}"/>
                </a:ext>
              </a:extLst>
            </p:cNvPr>
            <p:cNvSpPr/>
            <p:nvPr/>
          </p:nvSpPr>
          <p:spPr>
            <a:xfrm>
              <a:off x="7320750" y="1562100"/>
              <a:ext cx="2132367" cy="4397679"/>
            </a:xfrm>
            <a:prstGeom prst="roundRect">
              <a:avLst>
                <a:gd name="adj" fmla="val 699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0" name="Rectangle: Top Corners Rounded 10">
              <a:extLst>
                <a:ext uri="{FF2B5EF4-FFF2-40B4-BE49-F238E27FC236}">
                  <a16:creationId xmlns:a16="http://schemas.microsoft.com/office/drawing/2014/main" id="{A0A13DA7-0136-1889-3745-52326A4C0472}"/>
                </a:ext>
              </a:extLst>
            </p:cNvPr>
            <p:cNvSpPr/>
            <p:nvPr/>
          </p:nvSpPr>
          <p:spPr>
            <a:xfrm>
              <a:off x="7320750"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7" name="Oval 36">
              <a:extLst>
                <a:ext uri="{FF2B5EF4-FFF2-40B4-BE49-F238E27FC236}">
                  <a16:creationId xmlns:a16="http://schemas.microsoft.com/office/drawing/2014/main" id="{8B281299-F2C2-0247-0865-3B41D23B5E5D}"/>
                </a:ext>
              </a:extLst>
            </p:cNvPr>
            <p:cNvSpPr/>
            <p:nvPr/>
          </p:nvSpPr>
          <p:spPr>
            <a:xfrm>
              <a:off x="736363" y="2059117"/>
              <a:ext cx="1555529" cy="1555529"/>
            </a:xfrm>
            <a:prstGeom prst="ellipse">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F795FFAD-D6F1-7D1B-8909-79A8FCE132BA}"/>
                </a:ext>
              </a:extLst>
            </p:cNvPr>
            <p:cNvSpPr/>
            <p:nvPr/>
          </p:nvSpPr>
          <p:spPr>
            <a:xfrm>
              <a:off x="947558"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29B59EC5-BB36-5577-DD18-029D36BB3750}"/>
                </a:ext>
              </a:extLst>
            </p:cNvPr>
            <p:cNvSpPr/>
            <p:nvPr/>
          </p:nvSpPr>
          <p:spPr>
            <a:xfrm>
              <a:off x="3027298" y="2059117"/>
              <a:ext cx="1555529" cy="15555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57BD198C-BBF7-655A-9709-2AC600DF5225}"/>
                </a:ext>
              </a:extLst>
            </p:cNvPr>
            <p:cNvSpPr/>
            <p:nvPr/>
          </p:nvSpPr>
          <p:spPr>
            <a:xfrm>
              <a:off x="3238493"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E66F9043-5A27-24A7-F756-B433F20D1D83}"/>
                </a:ext>
              </a:extLst>
            </p:cNvPr>
            <p:cNvSpPr/>
            <p:nvPr/>
          </p:nvSpPr>
          <p:spPr>
            <a:xfrm>
              <a:off x="5318234" y="2059117"/>
              <a:ext cx="1555529" cy="15555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408EB24A-5135-CCFE-9022-0DD94269B243}"/>
                </a:ext>
              </a:extLst>
            </p:cNvPr>
            <p:cNvSpPr/>
            <p:nvPr/>
          </p:nvSpPr>
          <p:spPr>
            <a:xfrm>
              <a:off x="5529429"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11ADDEA-9EC9-B365-6AE9-60C1C91ACD94}"/>
                </a:ext>
              </a:extLst>
            </p:cNvPr>
            <p:cNvSpPr/>
            <p:nvPr/>
          </p:nvSpPr>
          <p:spPr>
            <a:xfrm>
              <a:off x="9900108" y="2059117"/>
              <a:ext cx="1555529" cy="15555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23775C-310C-B426-CBE8-737786FAE432}"/>
                </a:ext>
              </a:extLst>
            </p:cNvPr>
            <p:cNvSpPr/>
            <p:nvPr/>
          </p:nvSpPr>
          <p:spPr>
            <a:xfrm>
              <a:off x="10111303"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505A29A5-ECE9-FC15-BF92-156C24853C66}"/>
                </a:ext>
              </a:extLst>
            </p:cNvPr>
            <p:cNvSpPr/>
            <p:nvPr/>
          </p:nvSpPr>
          <p:spPr>
            <a:xfrm>
              <a:off x="7609169" y="2059117"/>
              <a:ext cx="1555529" cy="15555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F2CBE9D-92AF-C7A5-D6B4-BAA188592713}"/>
                </a:ext>
              </a:extLst>
            </p:cNvPr>
            <p:cNvSpPr/>
            <p:nvPr/>
          </p:nvSpPr>
          <p:spPr>
            <a:xfrm>
              <a:off x="7820364"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BAE214B4-26FD-9CA6-AA4D-26A325F65795}"/>
                </a:ext>
              </a:extLst>
            </p:cNvPr>
            <p:cNvSpPr txBox="1"/>
            <p:nvPr/>
          </p:nvSpPr>
          <p:spPr>
            <a:xfrm>
              <a:off x="725917" y="4392410"/>
              <a:ext cx="1576421" cy="1077218"/>
            </a:xfrm>
            <a:prstGeom prst="rect">
              <a:avLst/>
            </a:prstGeom>
            <a:noFill/>
          </p:spPr>
          <p:txBody>
            <a:bodyPr wrap="square">
              <a:spAutoFit/>
            </a:bodyPr>
            <a:lstStyle/>
            <a:p>
              <a:pPr algn="ctr"/>
              <a:r>
                <a:rPr lang="en-IN" sz="1600" dirty="0"/>
                <a:t>Identify waste hotspots in our locality. </a:t>
              </a:r>
            </a:p>
            <a:p>
              <a:pPr algn="ct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0" name="TextBox 49">
              <a:extLst>
                <a:ext uri="{FF2B5EF4-FFF2-40B4-BE49-F238E27FC236}">
                  <a16:creationId xmlns:a16="http://schemas.microsoft.com/office/drawing/2014/main" id="{6F7F91DB-54FE-AEE5-9CBE-C0B2234E3341}"/>
                </a:ext>
              </a:extLst>
            </p:cNvPr>
            <p:cNvSpPr txBox="1"/>
            <p:nvPr/>
          </p:nvSpPr>
          <p:spPr>
            <a:xfrm>
              <a:off x="2927130" y="4392410"/>
              <a:ext cx="1755864" cy="830997"/>
            </a:xfrm>
            <a:prstGeom prst="rect">
              <a:avLst/>
            </a:prstGeom>
            <a:noFill/>
          </p:spPr>
          <p:txBody>
            <a:bodyPr wrap="square">
              <a:spAutoFit/>
            </a:bodyPr>
            <a:lstStyle/>
            <a:p>
              <a:pPr algn="ctr"/>
              <a:r>
                <a:rPr lang="en-IN" sz="1600" dirty="0"/>
                <a:t>Classify commonly observed waste types.</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1" name="TextBox 50">
              <a:extLst>
                <a:ext uri="{FF2B5EF4-FFF2-40B4-BE49-F238E27FC236}">
                  <a16:creationId xmlns:a16="http://schemas.microsoft.com/office/drawing/2014/main" id="{E21E85D6-D965-34CC-AD81-3DCE6923D9C4}"/>
                </a:ext>
              </a:extLst>
            </p:cNvPr>
            <p:cNvSpPr txBox="1"/>
            <p:nvPr/>
          </p:nvSpPr>
          <p:spPr>
            <a:xfrm>
              <a:off x="5292403" y="4392410"/>
              <a:ext cx="1607190" cy="1077218"/>
            </a:xfrm>
            <a:prstGeom prst="rect">
              <a:avLst/>
            </a:prstGeom>
            <a:noFill/>
          </p:spPr>
          <p:txBody>
            <a:bodyPr wrap="square">
              <a:spAutoFit/>
            </a:bodyPr>
            <a:lstStyle/>
            <a:p>
              <a:pPr algn="ctr"/>
              <a:r>
                <a:rPr lang="en-IN" sz="1600" dirty="0"/>
                <a:t>Record the </a:t>
              </a:r>
              <a:r>
                <a:rPr lang="en-IN" sz="1600" b="1" dirty="0"/>
                <a:t>location, date and time</a:t>
              </a:r>
              <a:r>
                <a:rPr lang="en-IN" sz="1600" dirty="0"/>
                <a:t> of observations.</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2" name="TextBox 51">
              <a:extLst>
                <a:ext uri="{FF2B5EF4-FFF2-40B4-BE49-F238E27FC236}">
                  <a16:creationId xmlns:a16="http://schemas.microsoft.com/office/drawing/2014/main" id="{8D364FBF-C84F-A643-12BD-837C1E2C1938}"/>
                </a:ext>
              </a:extLst>
            </p:cNvPr>
            <p:cNvSpPr txBox="1"/>
            <p:nvPr/>
          </p:nvSpPr>
          <p:spPr>
            <a:xfrm>
              <a:off x="7586682" y="4392410"/>
              <a:ext cx="1600503" cy="830997"/>
            </a:xfrm>
            <a:prstGeom prst="rect">
              <a:avLst/>
            </a:prstGeom>
            <a:noFill/>
          </p:spPr>
          <p:txBody>
            <a:bodyPr wrap="square">
              <a:spAutoFit/>
            </a:bodyPr>
            <a:lstStyle/>
            <a:p>
              <a:pPr algn="ctr"/>
              <a:r>
                <a:rPr lang="en-IN" sz="1600" dirty="0"/>
                <a:t>Use technology to make waste mapping faster.</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3" name="TextBox 52">
              <a:extLst>
                <a:ext uri="{FF2B5EF4-FFF2-40B4-BE49-F238E27FC236}">
                  <a16:creationId xmlns:a16="http://schemas.microsoft.com/office/drawing/2014/main" id="{7B070863-D956-F9D3-7E61-62A098DC0729}"/>
                </a:ext>
              </a:extLst>
            </p:cNvPr>
            <p:cNvSpPr txBox="1"/>
            <p:nvPr/>
          </p:nvSpPr>
          <p:spPr>
            <a:xfrm>
              <a:off x="9900108" y="4392410"/>
              <a:ext cx="1555528" cy="1077218"/>
            </a:xfrm>
            <a:prstGeom prst="rect">
              <a:avLst/>
            </a:prstGeom>
            <a:noFill/>
          </p:spPr>
          <p:txBody>
            <a:bodyPr wrap="square">
              <a:spAutoFit/>
            </a:bodyPr>
            <a:lstStyle/>
            <a:p>
              <a:pPr algn="ctr"/>
              <a:r>
                <a:rPr lang="en-IN" sz="1600" dirty="0"/>
                <a:t>Verify AI detections through human observation.</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4" name="TextBox 53">
              <a:extLst>
                <a:ext uri="{FF2B5EF4-FFF2-40B4-BE49-F238E27FC236}">
                  <a16:creationId xmlns:a16="http://schemas.microsoft.com/office/drawing/2014/main" id="{AE2B68C5-FF33-71EE-5C3A-B065BC1B4A09}"/>
                </a:ext>
              </a:extLst>
            </p:cNvPr>
            <p:cNvSpPr txBox="1"/>
            <p:nvPr/>
          </p:nvSpPr>
          <p:spPr>
            <a:xfrm>
              <a:off x="631859" y="4007830"/>
              <a:ext cx="1764537" cy="338554"/>
            </a:xfrm>
            <a:prstGeom prst="rect">
              <a:avLst/>
            </a:prstGeom>
            <a:noFill/>
          </p:spPr>
          <p:txBody>
            <a:bodyPr wrap="square">
              <a:spAutoFit/>
            </a:bodyPr>
            <a:lstStyle/>
            <a:p>
              <a:pPr algn="ctr"/>
              <a:r>
                <a:rPr lang="en-GB" sz="1600" b="1" dirty="0">
                  <a:solidFill>
                    <a:schemeClr val="tx1">
                      <a:lumMod val="85000"/>
                      <a:lumOff val="15000"/>
                    </a:schemeClr>
                  </a:solidFill>
                  <a:latin typeface="Segoe UI" panose="020B0502040204020203" pitchFamily="34" charset="0"/>
                  <a:cs typeface="Segoe UI" panose="020B0502040204020203" pitchFamily="34" charset="0"/>
                </a:rPr>
                <a:t>Identification</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5" name="TextBox 54">
              <a:extLst>
                <a:ext uri="{FF2B5EF4-FFF2-40B4-BE49-F238E27FC236}">
                  <a16:creationId xmlns:a16="http://schemas.microsoft.com/office/drawing/2014/main" id="{C63B0C6C-B874-B4AA-EF37-45FF51CB6CF8}"/>
                </a:ext>
              </a:extLst>
            </p:cNvPr>
            <p:cNvSpPr txBox="1"/>
            <p:nvPr/>
          </p:nvSpPr>
          <p:spPr>
            <a:xfrm>
              <a:off x="3073256" y="4007830"/>
              <a:ext cx="1463612" cy="338554"/>
            </a:xfrm>
            <a:prstGeom prst="rect">
              <a:avLst/>
            </a:prstGeom>
            <a:noFill/>
          </p:spPr>
          <p:txBody>
            <a:bodyPr wrap="square">
              <a:spAutoFit/>
            </a:bodyPr>
            <a:lstStyle/>
            <a:p>
              <a:pPr algn="ctr"/>
              <a:r>
                <a:rPr lang="en-GB" sz="1600" b="1" dirty="0">
                  <a:solidFill>
                    <a:schemeClr val="tx1">
                      <a:lumMod val="85000"/>
                      <a:lumOff val="15000"/>
                    </a:schemeClr>
                  </a:solidFill>
                  <a:latin typeface="Segoe UI" panose="020B0502040204020203" pitchFamily="34" charset="0"/>
                  <a:cs typeface="Segoe UI" panose="020B0502040204020203" pitchFamily="34" charset="0"/>
                </a:rPr>
                <a:t>Classification</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6" name="TextBox 55">
              <a:extLst>
                <a:ext uri="{FF2B5EF4-FFF2-40B4-BE49-F238E27FC236}">
                  <a16:creationId xmlns:a16="http://schemas.microsoft.com/office/drawing/2014/main" id="{ED247812-E235-E196-B415-B3C9D159B459}"/>
                </a:ext>
              </a:extLst>
            </p:cNvPr>
            <p:cNvSpPr txBox="1"/>
            <p:nvPr/>
          </p:nvSpPr>
          <p:spPr>
            <a:xfrm>
              <a:off x="5473660" y="4007830"/>
              <a:ext cx="1244677" cy="338554"/>
            </a:xfrm>
            <a:prstGeom prst="rect">
              <a:avLst/>
            </a:prstGeom>
            <a:noFill/>
          </p:spPr>
          <p:txBody>
            <a:bodyPr wrap="square">
              <a:spAutoFit/>
            </a:bodyPr>
            <a:lstStyle/>
            <a:p>
              <a:pPr algn="ctr"/>
              <a:r>
                <a:rPr lang="en-US" sz="1600" b="1" dirty="0">
                  <a:solidFill>
                    <a:schemeClr val="tx1">
                      <a:lumMod val="85000"/>
                      <a:lumOff val="15000"/>
                    </a:schemeClr>
                  </a:solidFill>
                  <a:latin typeface="Segoe UI" panose="020B0502040204020203" pitchFamily="34" charset="0"/>
                  <a:cs typeface="Segoe UI" panose="020B0502040204020203" pitchFamily="34" charset="0"/>
                </a:rPr>
                <a:t>Record</a:t>
              </a:r>
              <a:endParaRPr lang="en-IN" sz="16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7" name="TextBox 56">
              <a:extLst>
                <a:ext uri="{FF2B5EF4-FFF2-40B4-BE49-F238E27FC236}">
                  <a16:creationId xmlns:a16="http://schemas.microsoft.com/office/drawing/2014/main" id="{4B418F3D-3549-CD0D-DE31-A2F30696B45B}"/>
                </a:ext>
              </a:extLst>
            </p:cNvPr>
            <p:cNvSpPr txBox="1"/>
            <p:nvPr/>
          </p:nvSpPr>
          <p:spPr>
            <a:xfrm>
              <a:off x="7786558" y="4007830"/>
              <a:ext cx="1200750" cy="338554"/>
            </a:xfrm>
            <a:prstGeom prst="rect">
              <a:avLst/>
            </a:prstGeom>
            <a:noFill/>
          </p:spPr>
          <p:txBody>
            <a:bodyPr wrap="square">
              <a:spAutoFit/>
            </a:bodyPr>
            <a:lstStyle/>
            <a:p>
              <a:pPr algn="ctr"/>
              <a:r>
                <a:rPr lang="en-US" sz="1600" b="1" dirty="0">
                  <a:solidFill>
                    <a:schemeClr val="tx1">
                      <a:lumMod val="85000"/>
                      <a:lumOff val="15000"/>
                    </a:schemeClr>
                  </a:solidFill>
                  <a:latin typeface="Segoe UI" panose="020B0502040204020203" pitchFamily="34" charset="0"/>
                  <a:cs typeface="Segoe UI" panose="020B0502040204020203" pitchFamily="34" charset="0"/>
                </a:rPr>
                <a:t>Mapping</a:t>
              </a:r>
              <a:endParaRPr lang="en-IN" sz="16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AB894C14-3AF2-E117-6DFD-B39DB4F4D63F}"/>
                </a:ext>
              </a:extLst>
            </p:cNvPr>
            <p:cNvSpPr txBox="1"/>
            <p:nvPr/>
          </p:nvSpPr>
          <p:spPr>
            <a:xfrm>
              <a:off x="10010026" y="4007830"/>
              <a:ext cx="1335693" cy="338554"/>
            </a:xfrm>
            <a:prstGeom prst="rect">
              <a:avLst/>
            </a:prstGeom>
            <a:noFill/>
          </p:spPr>
          <p:txBody>
            <a:bodyPr wrap="square">
              <a:spAutoFit/>
            </a:bodyPr>
            <a:lstStyle/>
            <a:p>
              <a:pPr algn="ctr"/>
              <a:r>
                <a:rPr lang="en-US" sz="1600" b="1" dirty="0">
                  <a:solidFill>
                    <a:schemeClr val="tx1">
                      <a:lumMod val="85000"/>
                      <a:lumOff val="15000"/>
                    </a:schemeClr>
                  </a:solidFill>
                  <a:latin typeface="Segoe UI" panose="020B0502040204020203" pitchFamily="34" charset="0"/>
                  <a:cs typeface="Segoe UI" panose="020B0502040204020203" pitchFamily="34" charset="0"/>
                </a:rPr>
                <a:t>Verification</a:t>
              </a:r>
              <a:endParaRPr lang="en-IN" sz="16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9" name="TextBox 58">
              <a:extLst>
                <a:ext uri="{FF2B5EF4-FFF2-40B4-BE49-F238E27FC236}">
                  <a16:creationId xmlns:a16="http://schemas.microsoft.com/office/drawing/2014/main" id="{A8370832-25F0-8DFF-AD70-862DE63F511D}"/>
                </a:ext>
              </a:extLst>
            </p:cNvPr>
            <p:cNvSpPr txBox="1"/>
            <p:nvPr/>
          </p:nvSpPr>
          <p:spPr>
            <a:xfrm>
              <a:off x="976917"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1</a:t>
              </a:r>
              <a:endParaRPr lang="en-IN" sz="2400" b="1" dirty="0">
                <a:solidFill>
                  <a:schemeClr val="bg1"/>
                </a:solidFill>
                <a:latin typeface="Segoe UI" panose="020B0502040204020203" pitchFamily="34" charset="0"/>
                <a:cs typeface="Segoe UI" panose="020B0502040204020203" pitchFamily="34" charset="0"/>
              </a:endParaRPr>
            </a:p>
          </p:txBody>
        </p:sp>
        <p:sp>
          <p:nvSpPr>
            <p:cNvPr id="60" name="TextBox 59">
              <a:extLst>
                <a:ext uri="{FF2B5EF4-FFF2-40B4-BE49-F238E27FC236}">
                  <a16:creationId xmlns:a16="http://schemas.microsoft.com/office/drawing/2014/main" id="{095D8BD2-A219-3C7D-9584-634CC869755A}"/>
                </a:ext>
              </a:extLst>
            </p:cNvPr>
            <p:cNvSpPr txBox="1"/>
            <p:nvPr/>
          </p:nvSpPr>
          <p:spPr>
            <a:xfrm>
              <a:off x="3267852"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2</a:t>
              </a:r>
              <a:endParaRPr lang="en-IN" sz="2400" b="1" dirty="0">
                <a:solidFill>
                  <a:schemeClr val="bg1"/>
                </a:solidFill>
                <a:latin typeface="Segoe UI" panose="020B0502040204020203" pitchFamily="34" charset="0"/>
                <a:cs typeface="Segoe UI" panose="020B0502040204020203" pitchFamily="34" charset="0"/>
              </a:endParaRPr>
            </a:p>
          </p:txBody>
        </p:sp>
        <p:sp>
          <p:nvSpPr>
            <p:cNvPr id="61" name="TextBox 60">
              <a:extLst>
                <a:ext uri="{FF2B5EF4-FFF2-40B4-BE49-F238E27FC236}">
                  <a16:creationId xmlns:a16="http://schemas.microsoft.com/office/drawing/2014/main" id="{512C710E-0200-A0E4-FA74-4CCEA4B26F1E}"/>
                </a:ext>
              </a:extLst>
            </p:cNvPr>
            <p:cNvSpPr txBox="1"/>
            <p:nvPr/>
          </p:nvSpPr>
          <p:spPr>
            <a:xfrm>
              <a:off x="5558788"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3</a:t>
              </a:r>
              <a:endParaRPr lang="en-IN" sz="2400" b="1" dirty="0">
                <a:solidFill>
                  <a:schemeClr val="bg1"/>
                </a:solidFill>
                <a:latin typeface="Segoe UI" panose="020B0502040204020203" pitchFamily="34" charset="0"/>
                <a:cs typeface="Segoe UI" panose="020B0502040204020203" pitchFamily="34" charset="0"/>
              </a:endParaRPr>
            </a:p>
          </p:txBody>
        </p:sp>
        <p:sp>
          <p:nvSpPr>
            <p:cNvPr id="62" name="TextBox 61">
              <a:extLst>
                <a:ext uri="{FF2B5EF4-FFF2-40B4-BE49-F238E27FC236}">
                  <a16:creationId xmlns:a16="http://schemas.microsoft.com/office/drawing/2014/main" id="{1496FB2F-0F76-3C4D-E2BE-AB7F2B82B0B3}"/>
                </a:ext>
              </a:extLst>
            </p:cNvPr>
            <p:cNvSpPr txBox="1"/>
            <p:nvPr/>
          </p:nvSpPr>
          <p:spPr>
            <a:xfrm>
              <a:off x="7849723"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4</a:t>
              </a:r>
              <a:endParaRPr lang="en-IN" sz="2400" b="1" dirty="0">
                <a:solidFill>
                  <a:schemeClr val="bg1"/>
                </a:solidFill>
                <a:latin typeface="Segoe UI" panose="020B0502040204020203" pitchFamily="34" charset="0"/>
                <a:cs typeface="Segoe UI" panose="020B0502040204020203" pitchFamily="34" charset="0"/>
              </a:endParaRPr>
            </a:p>
          </p:txBody>
        </p:sp>
        <p:sp>
          <p:nvSpPr>
            <p:cNvPr id="63" name="TextBox 62">
              <a:extLst>
                <a:ext uri="{FF2B5EF4-FFF2-40B4-BE49-F238E27FC236}">
                  <a16:creationId xmlns:a16="http://schemas.microsoft.com/office/drawing/2014/main" id="{00A0F34E-FB67-3B0F-C6E0-BB8253600BB5}"/>
                </a:ext>
              </a:extLst>
            </p:cNvPr>
            <p:cNvSpPr txBox="1"/>
            <p:nvPr/>
          </p:nvSpPr>
          <p:spPr>
            <a:xfrm>
              <a:off x="10140662"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4</a:t>
              </a:r>
              <a:endParaRPr lang="en-IN" sz="2400" b="1" dirty="0">
                <a:solidFill>
                  <a:schemeClr val="bg1"/>
                </a:solidFill>
                <a:latin typeface="Segoe UI" panose="020B0502040204020203" pitchFamily="34" charset="0"/>
                <a:cs typeface="Segoe UI" panose="020B0502040204020203" pitchFamily="34" charset="0"/>
              </a:endParaRPr>
            </a:p>
          </p:txBody>
        </p:sp>
        <p:pic>
          <p:nvPicPr>
            <p:cNvPr id="64" name="Picture 63">
              <a:extLst>
                <a:ext uri="{FF2B5EF4-FFF2-40B4-BE49-F238E27FC236}">
                  <a16:creationId xmlns:a16="http://schemas.microsoft.com/office/drawing/2014/main" id="{D137889C-52CC-E687-317B-4EE88D451351}"/>
                </a:ext>
              </a:extLst>
            </p:cNvPr>
            <p:cNvPicPr>
              <a:picLocks noChangeAspect="1"/>
            </p:cNvPicPr>
            <p:nvPr/>
          </p:nvPicPr>
          <p:blipFill>
            <a:blip r:embed="rId3"/>
            <a:stretch>
              <a:fillRect/>
            </a:stretch>
          </p:blipFill>
          <p:spPr>
            <a:xfrm>
              <a:off x="1210127" y="2532881"/>
              <a:ext cx="608000" cy="608000"/>
            </a:xfrm>
            <a:prstGeom prst="rect">
              <a:avLst/>
            </a:prstGeom>
          </p:spPr>
        </p:pic>
        <p:pic>
          <p:nvPicPr>
            <p:cNvPr id="65" name="Picture 64">
              <a:extLst>
                <a:ext uri="{FF2B5EF4-FFF2-40B4-BE49-F238E27FC236}">
                  <a16:creationId xmlns:a16="http://schemas.microsoft.com/office/drawing/2014/main" id="{327D5D0C-9A0E-4FBD-F3A5-454F89D6A320}"/>
                </a:ext>
              </a:extLst>
            </p:cNvPr>
            <p:cNvPicPr>
              <a:picLocks noChangeAspect="1"/>
            </p:cNvPicPr>
            <p:nvPr/>
          </p:nvPicPr>
          <p:blipFill>
            <a:blip r:embed="rId4"/>
            <a:stretch>
              <a:fillRect/>
            </a:stretch>
          </p:blipFill>
          <p:spPr>
            <a:xfrm>
              <a:off x="3491986" y="2523805"/>
              <a:ext cx="626152" cy="626152"/>
            </a:xfrm>
            <a:prstGeom prst="rect">
              <a:avLst/>
            </a:prstGeom>
          </p:spPr>
        </p:pic>
        <p:pic>
          <p:nvPicPr>
            <p:cNvPr id="66" name="Picture 65">
              <a:extLst>
                <a:ext uri="{FF2B5EF4-FFF2-40B4-BE49-F238E27FC236}">
                  <a16:creationId xmlns:a16="http://schemas.microsoft.com/office/drawing/2014/main" id="{52BBF5EA-B629-0311-AB37-9B56E5CBA8ED}"/>
                </a:ext>
              </a:extLst>
            </p:cNvPr>
            <p:cNvPicPr>
              <a:picLocks noChangeAspect="1"/>
            </p:cNvPicPr>
            <p:nvPr/>
          </p:nvPicPr>
          <p:blipFill>
            <a:blip r:embed="rId5"/>
            <a:stretch>
              <a:fillRect/>
            </a:stretch>
          </p:blipFill>
          <p:spPr>
            <a:xfrm>
              <a:off x="5834058" y="2574941"/>
              <a:ext cx="523880" cy="523880"/>
            </a:xfrm>
            <a:prstGeom prst="rect">
              <a:avLst/>
            </a:prstGeom>
          </p:spPr>
        </p:pic>
        <p:pic>
          <p:nvPicPr>
            <p:cNvPr id="67" name="Picture 66">
              <a:extLst>
                <a:ext uri="{FF2B5EF4-FFF2-40B4-BE49-F238E27FC236}">
                  <a16:creationId xmlns:a16="http://schemas.microsoft.com/office/drawing/2014/main" id="{7D2BF628-FE74-5F15-4309-96C30BF9C708}"/>
                </a:ext>
              </a:extLst>
            </p:cNvPr>
            <p:cNvPicPr>
              <a:picLocks noChangeAspect="1"/>
            </p:cNvPicPr>
            <p:nvPr/>
          </p:nvPicPr>
          <p:blipFill>
            <a:blip r:embed="rId6"/>
            <a:stretch>
              <a:fillRect/>
            </a:stretch>
          </p:blipFill>
          <p:spPr>
            <a:xfrm>
              <a:off x="8082933" y="2532881"/>
              <a:ext cx="608000" cy="608000"/>
            </a:xfrm>
            <a:prstGeom prst="rect">
              <a:avLst/>
            </a:prstGeom>
          </p:spPr>
        </p:pic>
        <p:pic>
          <p:nvPicPr>
            <p:cNvPr id="68" name="Picture 67">
              <a:extLst>
                <a:ext uri="{FF2B5EF4-FFF2-40B4-BE49-F238E27FC236}">
                  <a16:creationId xmlns:a16="http://schemas.microsoft.com/office/drawing/2014/main" id="{4A62D42C-5AF5-34AD-0804-F7451ABE8DA9}"/>
                </a:ext>
              </a:extLst>
            </p:cNvPr>
            <p:cNvPicPr>
              <a:picLocks noChangeAspect="1"/>
            </p:cNvPicPr>
            <p:nvPr/>
          </p:nvPicPr>
          <p:blipFill>
            <a:blip r:embed="rId7"/>
            <a:stretch>
              <a:fillRect/>
            </a:stretch>
          </p:blipFill>
          <p:spPr>
            <a:xfrm>
              <a:off x="10362950" y="2521959"/>
              <a:ext cx="629844" cy="629844"/>
            </a:xfrm>
            <a:prstGeom prst="rect">
              <a:avLst/>
            </a:prstGeom>
          </p:spPr>
        </p:pic>
      </p:grpSp>
      <p:grpSp>
        <p:nvGrpSpPr>
          <p:cNvPr id="22" name="Group 21">
            <a:extLst>
              <a:ext uri="{FF2B5EF4-FFF2-40B4-BE49-F238E27FC236}">
                <a16:creationId xmlns:a16="http://schemas.microsoft.com/office/drawing/2014/main" id="{934413A6-FC32-A737-6C50-A642B5D54773}"/>
              </a:ext>
            </a:extLst>
          </p:cNvPr>
          <p:cNvGrpSpPr/>
          <p:nvPr/>
        </p:nvGrpSpPr>
        <p:grpSpPr>
          <a:xfrm>
            <a:off x="-118970" y="6100121"/>
            <a:ext cx="14037125" cy="914400"/>
            <a:chOff x="-131466" y="3156521"/>
            <a:chExt cx="12438320" cy="914400"/>
          </a:xfrm>
        </p:grpSpPr>
        <p:pic>
          <p:nvPicPr>
            <p:cNvPr id="11" name="Graphic 10" descr="Chevron arrows">
              <a:extLst>
                <a:ext uri="{FF2B5EF4-FFF2-40B4-BE49-F238E27FC236}">
                  <a16:creationId xmlns:a16="http://schemas.microsoft.com/office/drawing/2014/main" id="{845D6D70-5780-93D5-AF57-15289CBEBA4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244442" y="3156521"/>
              <a:ext cx="1062412" cy="914400"/>
            </a:xfrm>
            <a:prstGeom prst="rect">
              <a:avLst/>
            </a:prstGeom>
          </p:spPr>
        </p:pic>
        <p:pic>
          <p:nvPicPr>
            <p:cNvPr id="12" name="Graphic 11" descr="Chevron arrows">
              <a:extLst>
                <a:ext uri="{FF2B5EF4-FFF2-40B4-BE49-F238E27FC236}">
                  <a16:creationId xmlns:a16="http://schemas.microsoft.com/office/drawing/2014/main" id="{EF725D72-71A0-48CC-7253-771FA030972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6245" y="3156521"/>
              <a:ext cx="1062412" cy="914400"/>
            </a:xfrm>
            <a:prstGeom prst="rect">
              <a:avLst/>
            </a:prstGeom>
          </p:spPr>
        </p:pic>
        <p:pic>
          <p:nvPicPr>
            <p:cNvPr id="13" name="Graphic 12" descr="Chevron arrows">
              <a:extLst>
                <a:ext uri="{FF2B5EF4-FFF2-40B4-BE49-F238E27FC236}">
                  <a16:creationId xmlns:a16="http://schemas.microsoft.com/office/drawing/2014/main" id="{F607E4CD-D41C-66EC-55D6-592099514B1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19427" y="3156521"/>
              <a:ext cx="1062412" cy="914400"/>
            </a:xfrm>
            <a:prstGeom prst="rect">
              <a:avLst/>
            </a:prstGeom>
          </p:spPr>
        </p:pic>
        <p:pic>
          <p:nvPicPr>
            <p:cNvPr id="14" name="Graphic 13" descr="Chevron arrows">
              <a:extLst>
                <a:ext uri="{FF2B5EF4-FFF2-40B4-BE49-F238E27FC236}">
                  <a16:creationId xmlns:a16="http://schemas.microsoft.com/office/drawing/2014/main" id="{0916DE14-7B7B-D872-0B69-AB45F7242DD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5776" y="3156521"/>
              <a:ext cx="1062412" cy="914400"/>
            </a:xfrm>
            <a:prstGeom prst="rect">
              <a:avLst/>
            </a:prstGeom>
          </p:spPr>
        </p:pic>
        <p:pic>
          <p:nvPicPr>
            <p:cNvPr id="15" name="Graphic 14" descr="Chevron arrows">
              <a:extLst>
                <a:ext uri="{FF2B5EF4-FFF2-40B4-BE49-F238E27FC236}">
                  <a16:creationId xmlns:a16="http://schemas.microsoft.com/office/drawing/2014/main" id="{D2CE17E9-67EC-B4BD-7E07-27A8BCA0BE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8372" y="3156521"/>
              <a:ext cx="1062412" cy="914400"/>
            </a:xfrm>
            <a:prstGeom prst="rect">
              <a:avLst/>
            </a:prstGeom>
          </p:spPr>
        </p:pic>
        <p:pic>
          <p:nvPicPr>
            <p:cNvPr id="16" name="Graphic 15" descr="Chevron arrows">
              <a:extLst>
                <a:ext uri="{FF2B5EF4-FFF2-40B4-BE49-F238E27FC236}">
                  <a16:creationId xmlns:a16="http://schemas.microsoft.com/office/drawing/2014/main" id="{6FCF8B32-537A-47EC-D4DA-07D2D2E946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82537" y="3156521"/>
              <a:ext cx="1062412" cy="914400"/>
            </a:xfrm>
            <a:prstGeom prst="rect">
              <a:avLst/>
            </a:prstGeom>
          </p:spPr>
        </p:pic>
        <p:pic>
          <p:nvPicPr>
            <p:cNvPr id="17" name="Graphic 16" descr="Chevron arrows">
              <a:extLst>
                <a:ext uri="{FF2B5EF4-FFF2-40B4-BE49-F238E27FC236}">
                  <a16:creationId xmlns:a16="http://schemas.microsoft.com/office/drawing/2014/main" id="{17AB8904-CFF9-57F1-AF18-FF2E64AD821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98297" y="3156521"/>
              <a:ext cx="1062412" cy="914400"/>
            </a:xfrm>
            <a:prstGeom prst="rect">
              <a:avLst/>
            </a:prstGeom>
          </p:spPr>
        </p:pic>
        <p:pic>
          <p:nvPicPr>
            <p:cNvPr id="18" name="Graphic 17" descr="Chevron arrows">
              <a:extLst>
                <a:ext uri="{FF2B5EF4-FFF2-40B4-BE49-F238E27FC236}">
                  <a16:creationId xmlns:a16="http://schemas.microsoft.com/office/drawing/2014/main" id="{742F55A1-DE97-4A35-A55F-A1C61EDEB3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19752" y="3156521"/>
              <a:ext cx="1062412" cy="914400"/>
            </a:xfrm>
            <a:prstGeom prst="rect">
              <a:avLst/>
            </a:prstGeom>
          </p:spPr>
        </p:pic>
        <p:pic>
          <p:nvPicPr>
            <p:cNvPr id="19" name="Graphic 18" descr="Chevron arrows">
              <a:extLst>
                <a:ext uri="{FF2B5EF4-FFF2-40B4-BE49-F238E27FC236}">
                  <a16:creationId xmlns:a16="http://schemas.microsoft.com/office/drawing/2014/main" id="{F1468F17-D25C-B48C-4EA2-E2358EA3019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22870" y="3156521"/>
              <a:ext cx="1062412" cy="914400"/>
            </a:xfrm>
            <a:prstGeom prst="rect">
              <a:avLst/>
            </a:prstGeom>
          </p:spPr>
        </p:pic>
        <p:pic>
          <p:nvPicPr>
            <p:cNvPr id="20" name="Graphic 19" descr="Chevron arrows">
              <a:extLst>
                <a:ext uri="{FF2B5EF4-FFF2-40B4-BE49-F238E27FC236}">
                  <a16:creationId xmlns:a16="http://schemas.microsoft.com/office/drawing/2014/main" id="{ACB9DF41-328C-0B5B-2D01-645F2A8A10B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46734" y="3156521"/>
              <a:ext cx="1062412" cy="914400"/>
            </a:xfrm>
            <a:prstGeom prst="rect">
              <a:avLst/>
            </a:prstGeom>
          </p:spPr>
        </p:pic>
        <p:pic>
          <p:nvPicPr>
            <p:cNvPr id="21" name="Graphic 20" descr="Chevron arrows">
              <a:extLst>
                <a:ext uri="{FF2B5EF4-FFF2-40B4-BE49-F238E27FC236}">
                  <a16:creationId xmlns:a16="http://schemas.microsoft.com/office/drawing/2014/main" id="{1FC6BEF2-C5EB-C53C-9C8F-F04E6A9756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466" y="3156521"/>
              <a:ext cx="1062412" cy="914400"/>
            </a:xfrm>
            <a:prstGeom prst="rect">
              <a:avLst/>
            </a:prstGeom>
          </p:spPr>
        </p:pic>
      </p:grpSp>
    </p:spTree>
    <p:extLst>
      <p:ext uri="{BB962C8B-B14F-4D97-AF65-F5344CB8AC3E}">
        <p14:creationId xmlns:p14="http://schemas.microsoft.com/office/powerpoint/2010/main" val="7657808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a:extLst>
            <a:ext uri="{FF2B5EF4-FFF2-40B4-BE49-F238E27FC236}">
              <a16:creationId xmlns:a16="http://schemas.microsoft.com/office/drawing/2014/main" id="{9105E4B4-7434-3CD0-87A6-5279F6F1C3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69CF6B-169E-2E39-2E50-E7A4F92C4308}"/>
              </a:ext>
            </a:extLst>
          </p:cNvPr>
          <p:cNvSpPr txBox="1"/>
          <p:nvPr/>
        </p:nvSpPr>
        <p:spPr>
          <a:xfrm>
            <a:off x="0" y="251104"/>
            <a:ext cx="12192000" cy="584775"/>
          </a:xfrm>
          <a:prstGeom prst="rect">
            <a:avLst/>
          </a:prstGeom>
          <a:noFill/>
        </p:spPr>
        <p:txBody>
          <a:bodyPr wrap="square">
            <a:spAutoFit/>
          </a:bodyPr>
          <a:lstStyle/>
          <a:p>
            <a:pPr algn="ctr"/>
            <a:r>
              <a:rPr lang="en-US" sz="3200" b="1" dirty="0">
                <a:solidFill>
                  <a:schemeClr val="tx1">
                    <a:lumMod val="85000"/>
                    <a:lumOff val="15000"/>
                  </a:schemeClr>
                </a:solidFill>
                <a:latin typeface="Segoe UI" panose="020B0502040204020203" pitchFamily="34" charset="0"/>
                <a:cs typeface="Segoe UI" panose="020B0502040204020203" pitchFamily="34" charset="0"/>
              </a:rPr>
              <a:t>O</a:t>
            </a:r>
            <a:r>
              <a:rPr lang="en-IN" sz="3200" b="1" dirty="0" err="1">
                <a:solidFill>
                  <a:schemeClr val="tx1">
                    <a:lumMod val="85000"/>
                    <a:lumOff val="15000"/>
                  </a:schemeClr>
                </a:solidFill>
                <a:latin typeface="Segoe UI" panose="020B0502040204020203" pitchFamily="34" charset="0"/>
                <a:cs typeface="Segoe UI" panose="020B0502040204020203" pitchFamily="34" charset="0"/>
              </a:rPr>
              <a:t>ur</a:t>
            </a:r>
            <a:r>
              <a:rPr lang="en-IN" sz="3200" b="1" dirty="0">
                <a:solidFill>
                  <a:schemeClr val="tx1">
                    <a:lumMod val="85000"/>
                    <a:lumOff val="15000"/>
                  </a:schemeClr>
                </a:solidFill>
                <a:latin typeface="Segoe UI" panose="020B0502040204020203" pitchFamily="34" charset="0"/>
                <a:cs typeface="Segoe UI" panose="020B0502040204020203" pitchFamily="34" charset="0"/>
              </a:rPr>
              <a:t> Objectives</a:t>
            </a:r>
          </a:p>
        </p:txBody>
      </p:sp>
      <p:grpSp>
        <p:nvGrpSpPr>
          <p:cNvPr id="3" name="Group 2">
            <a:extLst>
              <a:ext uri="{FF2B5EF4-FFF2-40B4-BE49-F238E27FC236}">
                <a16:creationId xmlns:a16="http://schemas.microsoft.com/office/drawing/2014/main" id="{ABFE6505-DE0F-5581-9861-195685EC1FF4}"/>
              </a:ext>
            </a:extLst>
          </p:cNvPr>
          <p:cNvGrpSpPr/>
          <p:nvPr/>
        </p:nvGrpSpPr>
        <p:grpSpPr>
          <a:xfrm>
            <a:off x="2972318" y="1446976"/>
            <a:ext cx="6714238" cy="4397680"/>
            <a:chOff x="447944" y="1562100"/>
            <a:chExt cx="6714238" cy="4397680"/>
          </a:xfrm>
        </p:grpSpPr>
        <p:sp>
          <p:nvSpPr>
            <p:cNvPr id="47" name="Rectangle: Top Corners Rounded 10">
              <a:extLst>
                <a:ext uri="{FF2B5EF4-FFF2-40B4-BE49-F238E27FC236}">
                  <a16:creationId xmlns:a16="http://schemas.microsoft.com/office/drawing/2014/main" id="{26CBA57F-98E5-037C-82E1-4742F05C6519}"/>
                </a:ext>
              </a:extLst>
            </p:cNvPr>
            <p:cNvSpPr/>
            <p:nvPr/>
          </p:nvSpPr>
          <p:spPr>
            <a:xfrm>
              <a:off x="447944" y="1562100"/>
              <a:ext cx="2132367" cy="4397679"/>
            </a:xfrm>
            <a:prstGeom prst="roundRect">
              <a:avLst>
                <a:gd name="adj" fmla="val 69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8" name="Rectangle: Top Corners Rounded 10">
              <a:extLst>
                <a:ext uri="{FF2B5EF4-FFF2-40B4-BE49-F238E27FC236}">
                  <a16:creationId xmlns:a16="http://schemas.microsoft.com/office/drawing/2014/main" id="{9A9AA143-04F3-0E57-3367-7FAE22CBDC7C}"/>
                </a:ext>
              </a:extLst>
            </p:cNvPr>
            <p:cNvSpPr/>
            <p:nvPr/>
          </p:nvSpPr>
          <p:spPr>
            <a:xfrm>
              <a:off x="447944"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5" name="Rectangle: Top Corners Rounded 10">
              <a:extLst>
                <a:ext uri="{FF2B5EF4-FFF2-40B4-BE49-F238E27FC236}">
                  <a16:creationId xmlns:a16="http://schemas.microsoft.com/office/drawing/2014/main" id="{99CC524C-72BD-738E-7C03-1D8CF53EBFC2}"/>
                </a:ext>
              </a:extLst>
            </p:cNvPr>
            <p:cNvSpPr/>
            <p:nvPr/>
          </p:nvSpPr>
          <p:spPr>
            <a:xfrm>
              <a:off x="2738879" y="1562100"/>
              <a:ext cx="2132367" cy="4397679"/>
            </a:xfrm>
            <a:prstGeom prst="roundRect">
              <a:avLst>
                <a:gd name="adj" fmla="val 699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6" name="Rectangle: Top Corners Rounded 10">
              <a:extLst>
                <a:ext uri="{FF2B5EF4-FFF2-40B4-BE49-F238E27FC236}">
                  <a16:creationId xmlns:a16="http://schemas.microsoft.com/office/drawing/2014/main" id="{274E1649-2A14-E819-B74E-9AF636EFAF19}"/>
                </a:ext>
              </a:extLst>
            </p:cNvPr>
            <p:cNvSpPr/>
            <p:nvPr/>
          </p:nvSpPr>
          <p:spPr>
            <a:xfrm>
              <a:off x="2738879"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3" name="Rectangle: Top Corners Rounded 10">
              <a:extLst>
                <a:ext uri="{FF2B5EF4-FFF2-40B4-BE49-F238E27FC236}">
                  <a16:creationId xmlns:a16="http://schemas.microsoft.com/office/drawing/2014/main" id="{715DCCFB-AC40-2BF0-B8E5-3C957C1C5475}"/>
                </a:ext>
              </a:extLst>
            </p:cNvPr>
            <p:cNvSpPr/>
            <p:nvPr/>
          </p:nvSpPr>
          <p:spPr>
            <a:xfrm>
              <a:off x="5029815" y="1562100"/>
              <a:ext cx="2132367" cy="4397679"/>
            </a:xfrm>
            <a:prstGeom prst="roundRect">
              <a:avLst>
                <a:gd name="adj" fmla="val 699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44" name="Rectangle: Top Corners Rounded 10">
              <a:extLst>
                <a:ext uri="{FF2B5EF4-FFF2-40B4-BE49-F238E27FC236}">
                  <a16:creationId xmlns:a16="http://schemas.microsoft.com/office/drawing/2014/main" id="{0D55657E-3CD5-FD1F-77FE-21C0075C3648}"/>
                </a:ext>
              </a:extLst>
            </p:cNvPr>
            <p:cNvSpPr/>
            <p:nvPr/>
          </p:nvSpPr>
          <p:spPr>
            <a:xfrm>
              <a:off x="5029815" y="2836881"/>
              <a:ext cx="2132367" cy="3122899"/>
            </a:xfrm>
            <a:prstGeom prst="round2SameRect">
              <a:avLst>
                <a:gd name="adj1" fmla="val 0"/>
                <a:gd name="adj2" fmla="val 639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7" name="Oval 36">
              <a:extLst>
                <a:ext uri="{FF2B5EF4-FFF2-40B4-BE49-F238E27FC236}">
                  <a16:creationId xmlns:a16="http://schemas.microsoft.com/office/drawing/2014/main" id="{1D397D27-8733-ADB1-5D9C-A89DD70CF13E}"/>
                </a:ext>
              </a:extLst>
            </p:cNvPr>
            <p:cNvSpPr/>
            <p:nvPr/>
          </p:nvSpPr>
          <p:spPr>
            <a:xfrm>
              <a:off x="736363" y="2059117"/>
              <a:ext cx="1555529" cy="1555529"/>
            </a:xfrm>
            <a:prstGeom prst="ellipse">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51BBBCCA-6BE2-12BB-F546-FD967BAE55F0}"/>
                </a:ext>
              </a:extLst>
            </p:cNvPr>
            <p:cNvSpPr/>
            <p:nvPr/>
          </p:nvSpPr>
          <p:spPr>
            <a:xfrm>
              <a:off x="947558"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E495D53C-1D4E-5DB1-F9D5-85E1DD7204E7}"/>
                </a:ext>
              </a:extLst>
            </p:cNvPr>
            <p:cNvSpPr/>
            <p:nvPr/>
          </p:nvSpPr>
          <p:spPr>
            <a:xfrm>
              <a:off x="3027298" y="2059117"/>
              <a:ext cx="1555529" cy="15555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1FC5AAF7-02CF-E9C5-0AA6-B6A747045377}"/>
                </a:ext>
              </a:extLst>
            </p:cNvPr>
            <p:cNvSpPr/>
            <p:nvPr/>
          </p:nvSpPr>
          <p:spPr>
            <a:xfrm>
              <a:off x="3238493"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3BBF6F7-D3CC-7680-7D2F-3C856ABBF9C8}"/>
                </a:ext>
              </a:extLst>
            </p:cNvPr>
            <p:cNvSpPr/>
            <p:nvPr/>
          </p:nvSpPr>
          <p:spPr>
            <a:xfrm>
              <a:off x="5318234" y="2059117"/>
              <a:ext cx="1555529" cy="15555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F323242B-D438-6322-2FEF-6F1E414E48BC}"/>
                </a:ext>
              </a:extLst>
            </p:cNvPr>
            <p:cNvSpPr/>
            <p:nvPr/>
          </p:nvSpPr>
          <p:spPr>
            <a:xfrm>
              <a:off x="5529429" y="2270312"/>
              <a:ext cx="1133139" cy="1133139"/>
            </a:xfrm>
            <a:prstGeom prst="ellipse">
              <a:avLst/>
            </a:prstGeom>
            <a:solidFill>
              <a:schemeClr val="bg1"/>
            </a:solidFill>
            <a:ln w="28575">
              <a:solidFill>
                <a:schemeClr val="bg1"/>
              </a:solid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C0324327-E1FC-E63F-9627-76B785B676A0}"/>
                </a:ext>
              </a:extLst>
            </p:cNvPr>
            <p:cNvSpPr txBox="1"/>
            <p:nvPr/>
          </p:nvSpPr>
          <p:spPr>
            <a:xfrm>
              <a:off x="725917" y="4392410"/>
              <a:ext cx="1576421" cy="1077218"/>
            </a:xfrm>
            <a:prstGeom prst="rect">
              <a:avLst/>
            </a:prstGeom>
            <a:noFill/>
          </p:spPr>
          <p:txBody>
            <a:bodyPr wrap="square">
              <a:spAutoFit/>
            </a:bodyPr>
            <a:lstStyle/>
            <a:p>
              <a:pPr algn="ctr"/>
              <a:r>
                <a:rPr lang="en-IN" sz="1600" dirty="0">
                  <a:solidFill>
                    <a:schemeClr val="tx1">
                      <a:lumMod val="85000"/>
                      <a:lumOff val="15000"/>
                    </a:schemeClr>
                  </a:solidFill>
                  <a:latin typeface="Segoe UI" panose="020B0502040204020203" pitchFamily="34" charset="0"/>
                  <a:cs typeface="Segoe UI" panose="020B0502040204020203" pitchFamily="34" charset="0"/>
                </a:rPr>
                <a:t>Analyze patterns in waste accumulation.</a:t>
              </a:r>
            </a:p>
          </p:txBody>
        </p:sp>
        <p:sp>
          <p:nvSpPr>
            <p:cNvPr id="50" name="TextBox 49">
              <a:extLst>
                <a:ext uri="{FF2B5EF4-FFF2-40B4-BE49-F238E27FC236}">
                  <a16:creationId xmlns:a16="http://schemas.microsoft.com/office/drawing/2014/main" id="{D4D416A4-B04D-1AAA-B318-33B351791729}"/>
                </a:ext>
              </a:extLst>
            </p:cNvPr>
            <p:cNvSpPr txBox="1"/>
            <p:nvPr/>
          </p:nvSpPr>
          <p:spPr>
            <a:xfrm>
              <a:off x="2927130" y="4392410"/>
              <a:ext cx="1755864" cy="1077218"/>
            </a:xfrm>
            <a:prstGeom prst="rect">
              <a:avLst/>
            </a:prstGeom>
            <a:noFill/>
          </p:spPr>
          <p:txBody>
            <a:bodyPr wrap="square">
              <a:spAutoFit/>
            </a:bodyPr>
            <a:lstStyle/>
            <a:p>
              <a:pPr algn="ctr"/>
              <a:r>
                <a:rPr lang="en-IN" sz="1600" dirty="0">
                  <a:solidFill>
                    <a:schemeClr val="tx1">
                      <a:lumMod val="85000"/>
                      <a:lumOff val="15000"/>
                    </a:schemeClr>
                  </a:solidFill>
                  <a:latin typeface="Segoe UI" panose="020B0502040204020203" pitchFamily="34" charset="0"/>
                  <a:cs typeface="Segoe UI" panose="020B0502040204020203" pitchFamily="34" charset="0"/>
                </a:rPr>
                <a:t>Generate useful information for appropriate municipal action.</a:t>
              </a:r>
            </a:p>
          </p:txBody>
        </p:sp>
        <p:sp>
          <p:nvSpPr>
            <p:cNvPr id="51" name="TextBox 50">
              <a:extLst>
                <a:ext uri="{FF2B5EF4-FFF2-40B4-BE49-F238E27FC236}">
                  <a16:creationId xmlns:a16="http://schemas.microsoft.com/office/drawing/2014/main" id="{5424522C-5C3C-9A50-B637-66274EFAD723}"/>
                </a:ext>
              </a:extLst>
            </p:cNvPr>
            <p:cNvSpPr txBox="1"/>
            <p:nvPr/>
          </p:nvSpPr>
          <p:spPr>
            <a:xfrm>
              <a:off x="5292403" y="4392410"/>
              <a:ext cx="1607190" cy="1323439"/>
            </a:xfrm>
            <a:prstGeom prst="rect">
              <a:avLst/>
            </a:prstGeom>
            <a:noFill/>
          </p:spPr>
          <p:txBody>
            <a:bodyPr wrap="square">
              <a:spAutoFit/>
            </a:bodyPr>
            <a:lstStyle/>
            <a:p>
              <a:pPr algn="ctr"/>
              <a:r>
                <a:rPr lang="en-US" sz="1600" dirty="0">
                  <a:solidFill>
                    <a:schemeClr val="tx1">
                      <a:lumMod val="85000"/>
                      <a:lumOff val="15000"/>
                    </a:schemeClr>
                  </a:solidFill>
                  <a:latin typeface="Segoe UI" panose="020B0502040204020203" pitchFamily="34" charset="0"/>
                  <a:cs typeface="Segoe UI" panose="020B0502040204020203" pitchFamily="34" charset="0"/>
                </a:rPr>
                <a:t>Measure whether the situation improves after intervention.</a:t>
              </a:r>
              <a:endParaRPr lang="en-IN" sz="1600"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4" name="TextBox 53">
              <a:extLst>
                <a:ext uri="{FF2B5EF4-FFF2-40B4-BE49-F238E27FC236}">
                  <a16:creationId xmlns:a16="http://schemas.microsoft.com/office/drawing/2014/main" id="{21B901F8-54CF-6125-67D1-9E46B8CE8453}"/>
                </a:ext>
              </a:extLst>
            </p:cNvPr>
            <p:cNvSpPr txBox="1"/>
            <p:nvPr/>
          </p:nvSpPr>
          <p:spPr>
            <a:xfrm>
              <a:off x="631859" y="4007830"/>
              <a:ext cx="1764537" cy="338554"/>
            </a:xfrm>
            <a:prstGeom prst="rect">
              <a:avLst/>
            </a:prstGeom>
            <a:noFill/>
          </p:spPr>
          <p:txBody>
            <a:bodyPr wrap="square">
              <a:spAutoFit/>
            </a:bodyPr>
            <a:lstStyle/>
            <a:p>
              <a:pPr algn="ctr"/>
              <a:r>
                <a:rPr lang="en-US" sz="1600" b="1" dirty="0">
                  <a:solidFill>
                    <a:schemeClr val="tx1">
                      <a:lumMod val="85000"/>
                      <a:lumOff val="15000"/>
                    </a:schemeClr>
                  </a:solidFill>
                  <a:latin typeface="Segoe UI" panose="020B0502040204020203" pitchFamily="34" charset="0"/>
                  <a:cs typeface="Segoe UI" panose="020B0502040204020203" pitchFamily="34" charset="0"/>
                </a:rPr>
                <a:t>Analyzing</a:t>
              </a:r>
              <a:endParaRPr lang="en-IN" sz="16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5" name="TextBox 54">
              <a:extLst>
                <a:ext uri="{FF2B5EF4-FFF2-40B4-BE49-F238E27FC236}">
                  <a16:creationId xmlns:a16="http://schemas.microsoft.com/office/drawing/2014/main" id="{B748F971-5855-C38E-2529-D4AB7E04A074}"/>
                </a:ext>
              </a:extLst>
            </p:cNvPr>
            <p:cNvSpPr txBox="1"/>
            <p:nvPr/>
          </p:nvSpPr>
          <p:spPr>
            <a:xfrm>
              <a:off x="3073256" y="4007830"/>
              <a:ext cx="1463612" cy="338554"/>
            </a:xfrm>
            <a:prstGeom prst="rect">
              <a:avLst/>
            </a:prstGeom>
            <a:noFill/>
          </p:spPr>
          <p:txBody>
            <a:bodyPr wrap="square">
              <a:spAutoFit/>
            </a:bodyPr>
            <a:lstStyle/>
            <a:p>
              <a:pPr algn="ctr"/>
              <a:r>
                <a:rPr lang="en-US" sz="1600" b="1" dirty="0">
                  <a:solidFill>
                    <a:schemeClr val="tx1">
                      <a:lumMod val="85000"/>
                      <a:lumOff val="15000"/>
                    </a:schemeClr>
                  </a:solidFill>
                  <a:latin typeface="Segoe UI" panose="020B0502040204020203" pitchFamily="34" charset="0"/>
                  <a:cs typeface="Segoe UI" panose="020B0502040204020203" pitchFamily="34" charset="0"/>
                </a:rPr>
                <a:t>Generation</a:t>
              </a:r>
              <a:endParaRPr lang="en-IN" sz="16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6" name="TextBox 55">
              <a:extLst>
                <a:ext uri="{FF2B5EF4-FFF2-40B4-BE49-F238E27FC236}">
                  <a16:creationId xmlns:a16="http://schemas.microsoft.com/office/drawing/2014/main" id="{05C3FABA-EA92-95CE-3DB8-DEE61C6517F0}"/>
                </a:ext>
              </a:extLst>
            </p:cNvPr>
            <p:cNvSpPr txBox="1"/>
            <p:nvPr/>
          </p:nvSpPr>
          <p:spPr>
            <a:xfrm>
              <a:off x="5473660" y="4007830"/>
              <a:ext cx="1244677" cy="338554"/>
            </a:xfrm>
            <a:prstGeom prst="rect">
              <a:avLst/>
            </a:prstGeom>
            <a:noFill/>
          </p:spPr>
          <p:txBody>
            <a:bodyPr wrap="square">
              <a:spAutoFit/>
            </a:bodyPr>
            <a:lstStyle/>
            <a:p>
              <a:pPr algn="ctr"/>
              <a:r>
                <a:rPr lang="en-US" sz="1600" b="1" dirty="0">
                  <a:solidFill>
                    <a:schemeClr val="tx1">
                      <a:lumMod val="85000"/>
                      <a:lumOff val="15000"/>
                    </a:schemeClr>
                  </a:solidFill>
                  <a:latin typeface="Segoe UI" panose="020B0502040204020203" pitchFamily="34" charset="0"/>
                  <a:cs typeface="Segoe UI" panose="020B0502040204020203" pitchFamily="34" charset="0"/>
                </a:rPr>
                <a:t>Measuring</a:t>
              </a:r>
              <a:endParaRPr lang="en-IN" sz="1600" b="1" dirty="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59" name="TextBox 58">
              <a:extLst>
                <a:ext uri="{FF2B5EF4-FFF2-40B4-BE49-F238E27FC236}">
                  <a16:creationId xmlns:a16="http://schemas.microsoft.com/office/drawing/2014/main" id="{AD66010D-4136-CEFD-12EE-84B438DBF65A}"/>
                </a:ext>
              </a:extLst>
            </p:cNvPr>
            <p:cNvSpPr txBox="1"/>
            <p:nvPr/>
          </p:nvSpPr>
          <p:spPr>
            <a:xfrm>
              <a:off x="976917"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6</a:t>
              </a:r>
              <a:endParaRPr lang="en-IN" sz="2400" b="1" dirty="0">
                <a:solidFill>
                  <a:schemeClr val="bg1"/>
                </a:solidFill>
                <a:latin typeface="Segoe UI" panose="020B0502040204020203" pitchFamily="34" charset="0"/>
                <a:cs typeface="Segoe UI" panose="020B0502040204020203" pitchFamily="34" charset="0"/>
              </a:endParaRPr>
            </a:p>
          </p:txBody>
        </p:sp>
        <p:sp>
          <p:nvSpPr>
            <p:cNvPr id="60" name="TextBox 59">
              <a:extLst>
                <a:ext uri="{FF2B5EF4-FFF2-40B4-BE49-F238E27FC236}">
                  <a16:creationId xmlns:a16="http://schemas.microsoft.com/office/drawing/2014/main" id="{3C6C4112-D126-978F-66FC-93B1E81D7B1D}"/>
                </a:ext>
              </a:extLst>
            </p:cNvPr>
            <p:cNvSpPr txBox="1"/>
            <p:nvPr/>
          </p:nvSpPr>
          <p:spPr>
            <a:xfrm>
              <a:off x="3267852"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7</a:t>
              </a:r>
              <a:endParaRPr lang="en-IN" sz="2400" b="1" dirty="0">
                <a:solidFill>
                  <a:schemeClr val="bg1"/>
                </a:solidFill>
                <a:latin typeface="Segoe UI" panose="020B0502040204020203" pitchFamily="34" charset="0"/>
                <a:cs typeface="Segoe UI" panose="020B0502040204020203" pitchFamily="34" charset="0"/>
              </a:endParaRPr>
            </a:p>
          </p:txBody>
        </p:sp>
        <p:sp>
          <p:nvSpPr>
            <p:cNvPr id="61" name="TextBox 60">
              <a:extLst>
                <a:ext uri="{FF2B5EF4-FFF2-40B4-BE49-F238E27FC236}">
                  <a16:creationId xmlns:a16="http://schemas.microsoft.com/office/drawing/2014/main" id="{059CB2F3-5E40-CC9D-DCD3-23B2B997772C}"/>
                </a:ext>
              </a:extLst>
            </p:cNvPr>
            <p:cNvSpPr txBox="1"/>
            <p:nvPr/>
          </p:nvSpPr>
          <p:spPr>
            <a:xfrm>
              <a:off x="5558788" y="1740148"/>
              <a:ext cx="1074420" cy="461665"/>
            </a:xfrm>
            <a:prstGeom prst="rect">
              <a:avLst/>
            </a:prstGeom>
            <a:noFill/>
          </p:spPr>
          <p:txBody>
            <a:bodyPr wrap="square" rtlCol="0">
              <a:spAutoFit/>
            </a:bodyPr>
            <a:lstStyle/>
            <a:p>
              <a:pPr algn="ctr"/>
              <a:r>
                <a:rPr lang="en-US" sz="2400" b="1" dirty="0">
                  <a:solidFill>
                    <a:schemeClr val="bg1"/>
                  </a:solidFill>
                  <a:latin typeface="Segoe UI" panose="020B0502040204020203" pitchFamily="34" charset="0"/>
                  <a:cs typeface="Segoe UI" panose="020B0502040204020203" pitchFamily="34" charset="0"/>
                </a:rPr>
                <a:t>8</a:t>
              </a:r>
              <a:endParaRPr lang="en-IN" sz="2400" b="1" dirty="0">
                <a:solidFill>
                  <a:schemeClr val="bg1"/>
                </a:solidFill>
                <a:latin typeface="Segoe UI" panose="020B0502040204020203" pitchFamily="34" charset="0"/>
                <a:cs typeface="Segoe UI" panose="020B0502040204020203" pitchFamily="34" charset="0"/>
              </a:endParaRPr>
            </a:p>
          </p:txBody>
        </p:sp>
        <p:pic>
          <p:nvPicPr>
            <p:cNvPr id="64" name="Picture 63">
              <a:extLst>
                <a:ext uri="{FF2B5EF4-FFF2-40B4-BE49-F238E27FC236}">
                  <a16:creationId xmlns:a16="http://schemas.microsoft.com/office/drawing/2014/main" id="{941F7654-7E2C-B625-A075-857A96EEED3D}"/>
                </a:ext>
              </a:extLst>
            </p:cNvPr>
            <p:cNvPicPr>
              <a:picLocks noChangeAspect="1"/>
            </p:cNvPicPr>
            <p:nvPr/>
          </p:nvPicPr>
          <p:blipFill>
            <a:blip r:embed="rId3"/>
            <a:stretch>
              <a:fillRect/>
            </a:stretch>
          </p:blipFill>
          <p:spPr>
            <a:xfrm>
              <a:off x="1210127" y="2532881"/>
              <a:ext cx="608000" cy="608000"/>
            </a:xfrm>
            <a:prstGeom prst="rect">
              <a:avLst/>
            </a:prstGeom>
          </p:spPr>
        </p:pic>
        <p:pic>
          <p:nvPicPr>
            <p:cNvPr id="65" name="Picture 64">
              <a:extLst>
                <a:ext uri="{FF2B5EF4-FFF2-40B4-BE49-F238E27FC236}">
                  <a16:creationId xmlns:a16="http://schemas.microsoft.com/office/drawing/2014/main" id="{7D8A2F46-54C9-ADF7-BF14-28148B9039FA}"/>
                </a:ext>
              </a:extLst>
            </p:cNvPr>
            <p:cNvPicPr>
              <a:picLocks noChangeAspect="1"/>
            </p:cNvPicPr>
            <p:nvPr/>
          </p:nvPicPr>
          <p:blipFill>
            <a:blip r:embed="rId4"/>
            <a:stretch>
              <a:fillRect/>
            </a:stretch>
          </p:blipFill>
          <p:spPr>
            <a:xfrm>
              <a:off x="3491986" y="2523805"/>
              <a:ext cx="626152" cy="626152"/>
            </a:xfrm>
            <a:prstGeom prst="rect">
              <a:avLst/>
            </a:prstGeom>
          </p:spPr>
        </p:pic>
        <p:pic>
          <p:nvPicPr>
            <p:cNvPr id="66" name="Picture 65">
              <a:extLst>
                <a:ext uri="{FF2B5EF4-FFF2-40B4-BE49-F238E27FC236}">
                  <a16:creationId xmlns:a16="http://schemas.microsoft.com/office/drawing/2014/main" id="{9DA046A2-5AC5-0882-407C-6E8E13B7DCA1}"/>
                </a:ext>
              </a:extLst>
            </p:cNvPr>
            <p:cNvPicPr>
              <a:picLocks noChangeAspect="1"/>
            </p:cNvPicPr>
            <p:nvPr/>
          </p:nvPicPr>
          <p:blipFill>
            <a:blip r:embed="rId5"/>
            <a:stretch>
              <a:fillRect/>
            </a:stretch>
          </p:blipFill>
          <p:spPr>
            <a:xfrm>
              <a:off x="5834058" y="2574941"/>
              <a:ext cx="523880" cy="523880"/>
            </a:xfrm>
            <a:prstGeom prst="rect">
              <a:avLst/>
            </a:prstGeom>
          </p:spPr>
        </p:pic>
      </p:grpSp>
      <p:grpSp>
        <p:nvGrpSpPr>
          <p:cNvPr id="5" name="Group 4">
            <a:extLst>
              <a:ext uri="{FF2B5EF4-FFF2-40B4-BE49-F238E27FC236}">
                <a16:creationId xmlns:a16="http://schemas.microsoft.com/office/drawing/2014/main" id="{6FD2B4E5-0CD0-850F-0645-5C8213F802EB}"/>
              </a:ext>
            </a:extLst>
          </p:cNvPr>
          <p:cNvGrpSpPr/>
          <p:nvPr/>
        </p:nvGrpSpPr>
        <p:grpSpPr>
          <a:xfrm>
            <a:off x="-1822867" y="6106595"/>
            <a:ext cx="14172240" cy="914400"/>
            <a:chOff x="-131466" y="3156521"/>
            <a:chExt cx="12438320" cy="914400"/>
          </a:xfrm>
        </p:grpSpPr>
        <p:pic>
          <p:nvPicPr>
            <p:cNvPr id="6" name="Graphic 5" descr="Chevron arrows">
              <a:extLst>
                <a:ext uri="{FF2B5EF4-FFF2-40B4-BE49-F238E27FC236}">
                  <a16:creationId xmlns:a16="http://schemas.microsoft.com/office/drawing/2014/main" id="{EEC3EE74-1E85-31CD-7BFC-4E764A8B36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44442" y="3156521"/>
              <a:ext cx="1062412" cy="914400"/>
            </a:xfrm>
            <a:prstGeom prst="rect">
              <a:avLst/>
            </a:prstGeom>
          </p:spPr>
        </p:pic>
        <p:pic>
          <p:nvPicPr>
            <p:cNvPr id="7" name="Graphic 6" descr="Chevron arrows">
              <a:extLst>
                <a:ext uri="{FF2B5EF4-FFF2-40B4-BE49-F238E27FC236}">
                  <a16:creationId xmlns:a16="http://schemas.microsoft.com/office/drawing/2014/main" id="{0139B8BD-ABA7-6658-6B3E-B92AB93D4F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66245" y="3156521"/>
              <a:ext cx="1062412" cy="914400"/>
            </a:xfrm>
            <a:prstGeom prst="rect">
              <a:avLst/>
            </a:prstGeom>
          </p:spPr>
        </p:pic>
        <p:pic>
          <p:nvPicPr>
            <p:cNvPr id="8" name="Graphic 7" descr="Chevron arrows">
              <a:extLst>
                <a:ext uri="{FF2B5EF4-FFF2-40B4-BE49-F238E27FC236}">
                  <a16:creationId xmlns:a16="http://schemas.microsoft.com/office/drawing/2014/main" id="{C5A6E744-4E5E-1422-0B3E-FC4E8F2E9C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19427" y="3156521"/>
              <a:ext cx="1062412" cy="914400"/>
            </a:xfrm>
            <a:prstGeom prst="rect">
              <a:avLst/>
            </a:prstGeom>
          </p:spPr>
        </p:pic>
        <p:pic>
          <p:nvPicPr>
            <p:cNvPr id="9" name="Graphic 8" descr="Chevron arrows">
              <a:extLst>
                <a:ext uri="{FF2B5EF4-FFF2-40B4-BE49-F238E27FC236}">
                  <a16:creationId xmlns:a16="http://schemas.microsoft.com/office/drawing/2014/main" id="{37A513FB-16AA-2540-50C7-9CEEFFE499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776" y="3156521"/>
              <a:ext cx="1062412" cy="914400"/>
            </a:xfrm>
            <a:prstGeom prst="rect">
              <a:avLst/>
            </a:prstGeom>
          </p:spPr>
        </p:pic>
        <p:pic>
          <p:nvPicPr>
            <p:cNvPr id="10" name="Graphic 9" descr="Chevron arrows">
              <a:extLst>
                <a:ext uri="{FF2B5EF4-FFF2-40B4-BE49-F238E27FC236}">
                  <a16:creationId xmlns:a16="http://schemas.microsoft.com/office/drawing/2014/main" id="{50B06241-C7D7-D141-C553-BB1B32A350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28372" y="3156521"/>
              <a:ext cx="1062412" cy="914400"/>
            </a:xfrm>
            <a:prstGeom prst="rect">
              <a:avLst/>
            </a:prstGeom>
          </p:spPr>
        </p:pic>
        <p:pic>
          <p:nvPicPr>
            <p:cNvPr id="11" name="Graphic 10" descr="Chevron arrows">
              <a:extLst>
                <a:ext uri="{FF2B5EF4-FFF2-40B4-BE49-F238E27FC236}">
                  <a16:creationId xmlns:a16="http://schemas.microsoft.com/office/drawing/2014/main" id="{6CBFFCC3-213E-1313-7195-B0BC57B635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82537" y="3156521"/>
              <a:ext cx="1062412" cy="914400"/>
            </a:xfrm>
            <a:prstGeom prst="rect">
              <a:avLst/>
            </a:prstGeom>
          </p:spPr>
        </p:pic>
        <p:pic>
          <p:nvPicPr>
            <p:cNvPr id="12" name="Graphic 11" descr="Chevron arrows">
              <a:extLst>
                <a:ext uri="{FF2B5EF4-FFF2-40B4-BE49-F238E27FC236}">
                  <a16:creationId xmlns:a16="http://schemas.microsoft.com/office/drawing/2014/main" id="{A2F9E977-9DD0-A355-43E7-4DCC300644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98297" y="3156521"/>
              <a:ext cx="1062412" cy="914400"/>
            </a:xfrm>
            <a:prstGeom prst="rect">
              <a:avLst/>
            </a:prstGeom>
          </p:spPr>
        </p:pic>
        <p:pic>
          <p:nvPicPr>
            <p:cNvPr id="13" name="Graphic 12" descr="Chevron arrows">
              <a:extLst>
                <a:ext uri="{FF2B5EF4-FFF2-40B4-BE49-F238E27FC236}">
                  <a16:creationId xmlns:a16="http://schemas.microsoft.com/office/drawing/2014/main" id="{FDE336C1-30C1-4ECF-3B8E-56F4188144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19752" y="3156521"/>
              <a:ext cx="1062412" cy="914400"/>
            </a:xfrm>
            <a:prstGeom prst="rect">
              <a:avLst/>
            </a:prstGeom>
          </p:spPr>
        </p:pic>
        <p:pic>
          <p:nvPicPr>
            <p:cNvPr id="14" name="Graphic 13" descr="Chevron arrows">
              <a:extLst>
                <a:ext uri="{FF2B5EF4-FFF2-40B4-BE49-F238E27FC236}">
                  <a16:creationId xmlns:a16="http://schemas.microsoft.com/office/drawing/2014/main" id="{B93C27B4-1752-9F53-C913-6138E3E1E19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22870" y="3156521"/>
              <a:ext cx="1062412" cy="914400"/>
            </a:xfrm>
            <a:prstGeom prst="rect">
              <a:avLst/>
            </a:prstGeom>
          </p:spPr>
        </p:pic>
        <p:pic>
          <p:nvPicPr>
            <p:cNvPr id="15" name="Graphic 14" descr="Chevron arrows">
              <a:extLst>
                <a:ext uri="{FF2B5EF4-FFF2-40B4-BE49-F238E27FC236}">
                  <a16:creationId xmlns:a16="http://schemas.microsoft.com/office/drawing/2014/main" id="{6B0CE7CF-CCD6-1005-607C-95FCB86FF0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46734" y="3156521"/>
              <a:ext cx="1062412" cy="914400"/>
            </a:xfrm>
            <a:prstGeom prst="rect">
              <a:avLst/>
            </a:prstGeom>
          </p:spPr>
        </p:pic>
        <p:pic>
          <p:nvPicPr>
            <p:cNvPr id="16" name="Graphic 15" descr="Chevron arrows">
              <a:extLst>
                <a:ext uri="{FF2B5EF4-FFF2-40B4-BE49-F238E27FC236}">
                  <a16:creationId xmlns:a16="http://schemas.microsoft.com/office/drawing/2014/main" id="{7619A763-FCD0-B3D9-52B6-991823F144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1466" y="3156521"/>
              <a:ext cx="1062412" cy="914400"/>
            </a:xfrm>
            <a:prstGeom prst="rect">
              <a:avLst/>
            </a:prstGeom>
          </p:spPr>
        </p:pic>
      </p:grpSp>
    </p:spTree>
    <p:extLst>
      <p:ext uri="{BB962C8B-B14F-4D97-AF65-F5344CB8AC3E}">
        <p14:creationId xmlns:p14="http://schemas.microsoft.com/office/powerpoint/2010/main" val="3153809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6DB482EB-1A10-5EC3-BBD5-02C63A5E9C0F}"/>
              </a:ext>
            </a:extLst>
          </p:cNvPr>
          <p:cNvSpPr/>
          <p:nvPr/>
        </p:nvSpPr>
        <p:spPr>
          <a:xfrm>
            <a:off x="2297877"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r>
              <a:rPr lang="en-IN" sz="1500" kern="1200" dirty="0"/>
              <a:t>-Hardware</a:t>
            </a:r>
          </a:p>
          <a:p>
            <a:pPr marL="0" lvl="0" indent="0" algn="ctr" defTabSz="666750">
              <a:lnSpc>
                <a:spcPct val="90000"/>
              </a:lnSpc>
              <a:spcBef>
                <a:spcPct val="0"/>
              </a:spcBef>
              <a:spcAft>
                <a:spcPct val="35000"/>
              </a:spcAft>
              <a:buNone/>
            </a:pPr>
            <a:r>
              <a:rPr lang="en-IN" sz="1500" kern="1200" dirty="0"/>
              <a:t>-Camera</a:t>
            </a:r>
          </a:p>
        </p:txBody>
      </p:sp>
      <p:sp>
        <p:nvSpPr>
          <p:cNvPr id="57" name="Freeform: Shape 56">
            <a:extLst>
              <a:ext uri="{FF2B5EF4-FFF2-40B4-BE49-F238E27FC236}">
                <a16:creationId xmlns:a16="http://schemas.microsoft.com/office/drawing/2014/main" id="{018D64BD-4454-0D40-3D04-E14E9BD4E0AD}"/>
              </a:ext>
            </a:extLst>
          </p:cNvPr>
          <p:cNvSpPr/>
          <p:nvPr/>
        </p:nvSpPr>
        <p:spPr>
          <a:xfrm>
            <a:off x="1904971" y="2908169"/>
            <a:ext cx="1047750" cy="1047750"/>
          </a:xfrm>
          <a:custGeom>
            <a:avLst/>
            <a:gdLst>
              <a:gd name="csX0" fmla="*/ 0 w 1047750"/>
              <a:gd name="csY0" fmla="*/ 523875 h 1047750"/>
              <a:gd name="csX1" fmla="*/ 523875 w 1047750"/>
              <a:gd name="csY1" fmla="*/ 0 h 1047750"/>
              <a:gd name="csX2" fmla="*/ 1047750 w 1047750"/>
              <a:gd name="csY2" fmla="*/ 523875 h 1047750"/>
              <a:gd name="csX3" fmla="*/ 523875 w 1047750"/>
              <a:gd name="csY3" fmla="*/ 1047750 h 1047750"/>
              <a:gd name="csX4" fmla="*/ 0 w 1047750"/>
              <a:gd name="csY4" fmla="*/ 523875 h 1047750"/>
            </a:gdLst>
            <a:ahLst/>
            <a:cxnLst>
              <a:cxn ang="0">
                <a:pos x="csX0" y="csY0"/>
              </a:cxn>
              <a:cxn ang="0">
                <a:pos x="csX1" y="csY1"/>
              </a:cxn>
              <a:cxn ang="0">
                <a:pos x="csX2" y="csY2"/>
              </a:cxn>
              <a:cxn ang="0">
                <a:pos x="csX3" y="csY3"/>
              </a:cxn>
              <a:cxn ang="0">
                <a:pos x="csX4" y="csY4"/>
              </a:cxn>
            </a:cxnLst>
            <a:rect l="l" t="t" r="r" b="b"/>
            <a:pathLst>
              <a:path w="1047750" h="1047750">
                <a:moveTo>
                  <a:pt x="0" y="523875"/>
                </a:moveTo>
                <a:cubicBezTo>
                  <a:pt x="0" y="234547"/>
                  <a:pt x="234547" y="0"/>
                  <a:pt x="523875" y="0"/>
                </a:cubicBezTo>
                <a:cubicBezTo>
                  <a:pt x="813203" y="0"/>
                  <a:pt x="1047750" y="234547"/>
                  <a:pt x="1047750" y="523875"/>
                </a:cubicBezTo>
                <a:cubicBezTo>
                  <a:pt x="1047750" y="813203"/>
                  <a:pt x="813203" y="1047750"/>
                  <a:pt x="523875" y="1047750"/>
                </a:cubicBezTo>
                <a:cubicBezTo>
                  <a:pt x="234547" y="1047750"/>
                  <a:pt x="0" y="813203"/>
                  <a:pt x="0" y="523875"/>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3919" tIns="183919" rIns="183919" bIns="183919" numCol="1" spcCol="1270" anchor="ctr" anchorCtr="0">
            <a:noAutofit/>
          </a:bodyPr>
          <a:lstStyle/>
          <a:p>
            <a:pPr marL="0" lvl="0" indent="0" algn="ctr" defTabSz="2133600">
              <a:lnSpc>
                <a:spcPct val="90000"/>
              </a:lnSpc>
              <a:spcBef>
                <a:spcPct val="0"/>
              </a:spcBef>
              <a:spcAft>
                <a:spcPct val="35000"/>
              </a:spcAft>
              <a:buNone/>
            </a:pPr>
            <a:r>
              <a:rPr lang="en-US" sz="4800" kern="1200" dirty="0"/>
              <a:t>1</a:t>
            </a:r>
            <a:endParaRPr lang="en-IN" sz="4800" kern="1200" dirty="0"/>
          </a:p>
        </p:txBody>
      </p:sp>
      <p:sp>
        <p:nvSpPr>
          <p:cNvPr id="58" name="Freeform: Shape 57">
            <a:extLst>
              <a:ext uri="{FF2B5EF4-FFF2-40B4-BE49-F238E27FC236}">
                <a16:creationId xmlns:a16="http://schemas.microsoft.com/office/drawing/2014/main" id="{8F548D95-5642-A3C5-0D25-109811A9FACF}"/>
              </a:ext>
            </a:extLst>
          </p:cNvPr>
          <p:cNvSpPr/>
          <p:nvPr/>
        </p:nvSpPr>
        <p:spPr>
          <a:xfrm>
            <a:off x="5048221"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5" tIns="284285" rIns="569119" bIns="284284"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Raspberry</a:t>
            </a:r>
          </a:p>
          <a:p>
            <a:pPr marL="114300" lvl="1" indent="-114300" algn="l" defTabSz="666750">
              <a:lnSpc>
                <a:spcPct val="90000"/>
              </a:lnSpc>
              <a:spcBef>
                <a:spcPct val="0"/>
              </a:spcBef>
              <a:spcAft>
                <a:spcPct val="15000"/>
              </a:spcAft>
              <a:buChar char="•"/>
            </a:pPr>
            <a:r>
              <a:rPr lang="en-IN" sz="1500" kern="1200" dirty="0"/>
              <a:t>GPS module</a:t>
            </a:r>
          </a:p>
        </p:txBody>
      </p:sp>
      <p:sp>
        <p:nvSpPr>
          <p:cNvPr id="59" name="Freeform: Shape 58">
            <a:extLst>
              <a:ext uri="{FF2B5EF4-FFF2-40B4-BE49-F238E27FC236}">
                <a16:creationId xmlns:a16="http://schemas.microsoft.com/office/drawing/2014/main" id="{19DB959F-7C11-64F7-A42E-650D167CE771}"/>
              </a:ext>
            </a:extLst>
          </p:cNvPr>
          <p:cNvSpPr/>
          <p:nvPr/>
        </p:nvSpPr>
        <p:spPr>
          <a:xfrm>
            <a:off x="4524346" y="2905125"/>
            <a:ext cx="1047750" cy="1047750"/>
          </a:xfrm>
          <a:custGeom>
            <a:avLst/>
            <a:gdLst>
              <a:gd name="csX0" fmla="*/ 0 w 1047750"/>
              <a:gd name="csY0" fmla="*/ 523875 h 1047750"/>
              <a:gd name="csX1" fmla="*/ 523875 w 1047750"/>
              <a:gd name="csY1" fmla="*/ 0 h 1047750"/>
              <a:gd name="csX2" fmla="*/ 1047750 w 1047750"/>
              <a:gd name="csY2" fmla="*/ 523875 h 1047750"/>
              <a:gd name="csX3" fmla="*/ 523875 w 1047750"/>
              <a:gd name="csY3" fmla="*/ 1047750 h 1047750"/>
              <a:gd name="csX4" fmla="*/ 0 w 1047750"/>
              <a:gd name="csY4" fmla="*/ 523875 h 1047750"/>
            </a:gdLst>
            <a:ahLst/>
            <a:cxnLst>
              <a:cxn ang="0">
                <a:pos x="csX0" y="csY0"/>
              </a:cxn>
              <a:cxn ang="0">
                <a:pos x="csX1" y="csY1"/>
              </a:cxn>
              <a:cxn ang="0">
                <a:pos x="csX2" y="csY2"/>
              </a:cxn>
              <a:cxn ang="0">
                <a:pos x="csX3" y="csY3"/>
              </a:cxn>
              <a:cxn ang="0">
                <a:pos x="csX4" y="csY4"/>
              </a:cxn>
            </a:cxnLst>
            <a:rect l="l" t="t" r="r" b="b"/>
            <a:pathLst>
              <a:path w="1047750" h="1047750">
                <a:moveTo>
                  <a:pt x="0" y="523875"/>
                </a:moveTo>
                <a:cubicBezTo>
                  <a:pt x="0" y="234547"/>
                  <a:pt x="234547" y="0"/>
                  <a:pt x="523875" y="0"/>
                </a:cubicBezTo>
                <a:cubicBezTo>
                  <a:pt x="813203" y="0"/>
                  <a:pt x="1047750" y="234547"/>
                  <a:pt x="1047750" y="523875"/>
                </a:cubicBezTo>
                <a:cubicBezTo>
                  <a:pt x="1047750" y="813203"/>
                  <a:pt x="813203" y="1047750"/>
                  <a:pt x="523875" y="1047750"/>
                </a:cubicBezTo>
                <a:cubicBezTo>
                  <a:pt x="234547" y="1047750"/>
                  <a:pt x="0" y="813203"/>
                  <a:pt x="0" y="523875"/>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3919" tIns="183919" rIns="183919" bIns="183919" numCol="1" spcCol="1270" anchor="ctr" anchorCtr="0">
            <a:noAutofit/>
          </a:bodyPr>
          <a:lstStyle/>
          <a:p>
            <a:pPr marL="0" lvl="0" indent="0" algn="ctr" defTabSz="2133600">
              <a:lnSpc>
                <a:spcPct val="90000"/>
              </a:lnSpc>
              <a:spcBef>
                <a:spcPct val="0"/>
              </a:spcBef>
              <a:spcAft>
                <a:spcPct val="35000"/>
              </a:spcAft>
              <a:buNone/>
            </a:pPr>
            <a:r>
              <a:rPr lang="en-US" sz="4800" kern="1200" dirty="0"/>
              <a:t>2</a:t>
            </a:r>
            <a:endParaRPr lang="en-IN" sz="4800" kern="1200" dirty="0"/>
          </a:p>
        </p:txBody>
      </p:sp>
      <p:sp>
        <p:nvSpPr>
          <p:cNvPr id="60" name="Freeform: Shape 59">
            <a:extLst>
              <a:ext uri="{FF2B5EF4-FFF2-40B4-BE49-F238E27FC236}">
                <a16:creationId xmlns:a16="http://schemas.microsoft.com/office/drawing/2014/main" id="{383EB9F6-8736-D404-03DB-C69A0A85FA58}"/>
              </a:ext>
            </a:extLst>
          </p:cNvPr>
          <p:cNvSpPr/>
          <p:nvPr/>
        </p:nvSpPr>
        <p:spPr>
          <a:xfrm>
            <a:off x="7798565"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5" tIns="284285" rIns="569119" bIns="284284"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Power source</a:t>
            </a:r>
          </a:p>
          <a:p>
            <a:pPr marL="114300" lvl="1" indent="-114300" algn="l" defTabSz="666750">
              <a:lnSpc>
                <a:spcPct val="90000"/>
              </a:lnSpc>
              <a:spcBef>
                <a:spcPct val="0"/>
              </a:spcBef>
              <a:spcAft>
                <a:spcPct val="15000"/>
              </a:spcAft>
              <a:buChar char="•"/>
            </a:pPr>
            <a:r>
              <a:rPr lang="en-IN" sz="1500" kern="1200" dirty="0"/>
              <a:t>Safe helmet mounting</a:t>
            </a:r>
          </a:p>
        </p:txBody>
      </p:sp>
      <p:sp>
        <p:nvSpPr>
          <p:cNvPr id="61" name="Freeform: Shape 60">
            <a:extLst>
              <a:ext uri="{FF2B5EF4-FFF2-40B4-BE49-F238E27FC236}">
                <a16:creationId xmlns:a16="http://schemas.microsoft.com/office/drawing/2014/main" id="{1CA00AE2-DF7F-0A1E-5A80-68A1EA98F01E}"/>
              </a:ext>
            </a:extLst>
          </p:cNvPr>
          <p:cNvSpPr/>
          <p:nvPr/>
        </p:nvSpPr>
        <p:spPr>
          <a:xfrm>
            <a:off x="7274690" y="2905125"/>
            <a:ext cx="1047750" cy="1047750"/>
          </a:xfrm>
          <a:custGeom>
            <a:avLst/>
            <a:gdLst>
              <a:gd name="csX0" fmla="*/ 0 w 1047750"/>
              <a:gd name="csY0" fmla="*/ 523875 h 1047750"/>
              <a:gd name="csX1" fmla="*/ 523875 w 1047750"/>
              <a:gd name="csY1" fmla="*/ 0 h 1047750"/>
              <a:gd name="csX2" fmla="*/ 1047750 w 1047750"/>
              <a:gd name="csY2" fmla="*/ 523875 h 1047750"/>
              <a:gd name="csX3" fmla="*/ 523875 w 1047750"/>
              <a:gd name="csY3" fmla="*/ 1047750 h 1047750"/>
              <a:gd name="csX4" fmla="*/ 0 w 1047750"/>
              <a:gd name="csY4" fmla="*/ 523875 h 1047750"/>
            </a:gdLst>
            <a:ahLst/>
            <a:cxnLst>
              <a:cxn ang="0">
                <a:pos x="csX0" y="csY0"/>
              </a:cxn>
              <a:cxn ang="0">
                <a:pos x="csX1" y="csY1"/>
              </a:cxn>
              <a:cxn ang="0">
                <a:pos x="csX2" y="csY2"/>
              </a:cxn>
              <a:cxn ang="0">
                <a:pos x="csX3" y="csY3"/>
              </a:cxn>
              <a:cxn ang="0">
                <a:pos x="csX4" y="csY4"/>
              </a:cxn>
            </a:cxnLst>
            <a:rect l="l" t="t" r="r" b="b"/>
            <a:pathLst>
              <a:path w="1047750" h="1047750">
                <a:moveTo>
                  <a:pt x="0" y="523875"/>
                </a:moveTo>
                <a:cubicBezTo>
                  <a:pt x="0" y="234547"/>
                  <a:pt x="234547" y="0"/>
                  <a:pt x="523875" y="0"/>
                </a:cubicBezTo>
                <a:cubicBezTo>
                  <a:pt x="813203" y="0"/>
                  <a:pt x="1047750" y="234547"/>
                  <a:pt x="1047750" y="523875"/>
                </a:cubicBezTo>
                <a:cubicBezTo>
                  <a:pt x="1047750" y="813203"/>
                  <a:pt x="813203" y="1047750"/>
                  <a:pt x="523875" y="1047750"/>
                </a:cubicBezTo>
                <a:cubicBezTo>
                  <a:pt x="234547" y="1047750"/>
                  <a:pt x="0" y="813203"/>
                  <a:pt x="0" y="523875"/>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3919" tIns="183919" rIns="183919" bIns="183919" numCol="1" spcCol="1270" anchor="ctr" anchorCtr="0">
            <a:noAutofit/>
          </a:bodyPr>
          <a:lstStyle/>
          <a:p>
            <a:pPr marL="0" lvl="0" indent="0" algn="ctr" defTabSz="2133600">
              <a:lnSpc>
                <a:spcPct val="90000"/>
              </a:lnSpc>
              <a:spcBef>
                <a:spcPct val="0"/>
              </a:spcBef>
              <a:spcAft>
                <a:spcPct val="35000"/>
              </a:spcAft>
              <a:buNone/>
            </a:pPr>
            <a:r>
              <a:rPr lang="en-US" sz="4800" kern="1200" dirty="0"/>
              <a:t>3</a:t>
            </a:r>
            <a:endParaRPr lang="en-IN" sz="4800" kern="1200" dirty="0"/>
          </a:p>
        </p:txBody>
      </p:sp>
      <p:sp>
        <p:nvSpPr>
          <p:cNvPr id="64" name="Freeform: Shape 63">
            <a:extLst>
              <a:ext uri="{FF2B5EF4-FFF2-40B4-BE49-F238E27FC236}">
                <a16:creationId xmlns:a16="http://schemas.microsoft.com/office/drawing/2014/main" id="{2EFC1F42-8835-5C16-69FC-16311DBC16A2}"/>
              </a:ext>
            </a:extLst>
          </p:cNvPr>
          <p:cNvSpPr/>
          <p:nvPr/>
        </p:nvSpPr>
        <p:spPr>
          <a:xfrm>
            <a:off x="-321498" y="2607403"/>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endParaRPr lang="en-IN" sz="1500" kern="1200" dirty="0"/>
          </a:p>
        </p:txBody>
      </p:sp>
      <p:sp>
        <p:nvSpPr>
          <p:cNvPr id="65" name="Freeform: Shape 64">
            <a:extLst>
              <a:ext uri="{FF2B5EF4-FFF2-40B4-BE49-F238E27FC236}">
                <a16:creationId xmlns:a16="http://schemas.microsoft.com/office/drawing/2014/main" id="{84D7F66E-F03E-88FF-7194-202588949992}"/>
              </a:ext>
            </a:extLst>
          </p:cNvPr>
          <p:cNvSpPr/>
          <p:nvPr/>
        </p:nvSpPr>
        <p:spPr>
          <a:xfrm>
            <a:off x="10096500"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endParaRPr lang="en-IN" sz="1500" kern="1200" dirty="0"/>
          </a:p>
        </p:txBody>
      </p:sp>
      <p:sp>
        <p:nvSpPr>
          <p:cNvPr id="66" name="Freeform: Shape 65">
            <a:extLst>
              <a:ext uri="{FF2B5EF4-FFF2-40B4-BE49-F238E27FC236}">
                <a16:creationId xmlns:a16="http://schemas.microsoft.com/office/drawing/2014/main" id="{63A7CB29-AE06-361E-C6DA-B61D11A54D40}"/>
              </a:ext>
            </a:extLst>
          </p:cNvPr>
          <p:cNvSpPr/>
          <p:nvPr/>
        </p:nvSpPr>
        <p:spPr>
          <a:xfrm>
            <a:off x="12394435"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endParaRPr lang="en-IN" sz="1500" kern="1200" dirty="0"/>
          </a:p>
        </p:txBody>
      </p:sp>
      <p:sp>
        <p:nvSpPr>
          <p:cNvPr id="69" name="TextBox 68">
            <a:extLst>
              <a:ext uri="{FF2B5EF4-FFF2-40B4-BE49-F238E27FC236}">
                <a16:creationId xmlns:a16="http://schemas.microsoft.com/office/drawing/2014/main" id="{07226C98-C5A3-7B9F-D8B7-F89715C488F4}"/>
              </a:ext>
            </a:extLst>
          </p:cNvPr>
          <p:cNvSpPr txBox="1"/>
          <p:nvPr/>
        </p:nvSpPr>
        <p:spPr>
          <a:xfrm>
            <a:off x="2297877" y="401144"/>
            <a:ext cx="8340365" cy="830997"/>
          </a:xfrm>
          <a:prstGeom prst="rect">
            <a:avLst/>
          </a:prstGeom>
          <a:noFill/>
        </p:spPr>
        <p:txBody>
          <a:bodyPr wrap="square">
            <a:spAutoFit/>
          </a:bodyPr>
          <a:lstStyle/>
          <a:p>
            <a:r>
              <a:rPr lang="en-US" sz="4800" dirty="0">
                <a:latin typeface="Arial Black" panose="020B0A04020102020204" pitchFamily="34" charset="0"/>
              </a:rPr>
              <a:t>HARDWARE REQUIRED</a:t>
            </a:r>
            <a:endParaRPr lang="en-IN" sz="4800" dirty="0">
              <a:latin typeface="Arial Black" panose="020B0A04020102020204" pitchFamily="34" charset="0"/>
            </a:endParaRPr>
          </a:p>
        </p:txBody>
      </p:sp>
    </p:spTree>
    <p:extLst>
      <p:ext uri="{BB962C8B-B14F-4D97-AF65-F5344CB8AC3E}">
        <p14:creationId xmlns:p14="http://schemas.microsoft.com/office/powerpoint/2010/main" val="175099434"/>
      </p:ext>
    </p:extLst>
  </p:cSld>
  <p:clrMapOvr>
    <a:masterClrMapping/>
  </p:clrMapOvr>
  <p:transition spd="slow">
    <p:push dir="d"/>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26000" r="-126000"/>
          </a:stretch>
        </a:blipFill>
        <a:effectLst/>
      </p:bgPr>
    </p:bg>
    <p:spTree>
      <p:nvGrpSpPr>
        <p:cNvPr id="1" name="">
          <a:extLst>
            <a:ext uri="{FF2B5EF4-FFF2-40B4-BE49-F238E27FC236}">
              <a16:creationId xmlns:a16="http://schemas.microsoft.com/office/drawing/2014/main" id="{A6442520-2C47-9C4C-8A6A-0FBBE9726AFC}"/>
            </a:ext>
          </a:extLst>
        </p:cNvPr>
        <p:cNvGrpSpPr/>
        <p:nvPr/>
      </p:nvGrpSpPr>
      <p:grpSpPr>
        <a:xfrm>
          <a:off x="0" y="0"/>
          <a:ext cx="0" cy="0"/>
          <a:chOff x="0" y="0"/>
          <a:chExt cx="0" cy="0"/>
        </a:xfrm>
      </p:grpSpPr>
      <p:sp>
        <p:nvSpPr>
          <p:cNvPr id="56" name="Freeform: Shape 55">
            <a:extLst>
              <a:ext uri="{FF2B5EF4-FFF2-40B4-BE49-F238E27FC236}">
                <a16:creationId xmlns:a16="http://schemas.microsoft.com/office/drawing/2014/main" id="{52BEDBD7-C753-8378-668D-6E4B2C749FC5}"/>
              </a:ext>
            </a:extLst>
          </p:cNvPr>
          <p:cNvSpPr/>
          <p:nvPr/>
        </p:nvSpPr>
        <p:spPr>
          <a:xfrm>
            <a:off x="2927459" y="2502310"/>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r>
              <a:rPr lang="en-IN" sz="1500" kern="1200" dirty="0"/>
              <a:t>-Python</a:t>
            </a:r>
          </a:p>
          <a:p>
            <a:pPr marL="0" lvl="0" indent="0" algn="ctr" defTabSz="666750">
              <a:lnSpc>
                <a:spcPct val="90000"/>
              </a:lnSpc>
              <a:spcBef>
                <a:spcPct val="0"/>
              </a:spcBef>
              <a:spcAft>
                <a:spcPct val="35000"/>
              </a:spcAft>
              <a:buNone/>
            </a:pPr>
            <a:r>
              <a:rPr lang="en-IN" sz="1500" kern="1200" dirty="0"/>
              <a:t>-VS Code</a:t>
            </a:r>
          </a:p>
        </p:txBody>
      </p:sp>
      <p:sp>
        <p:nvSpPr>
          <p:cNvPr id="57" name="Freeform: Shape 56">
            <a:extLst>
              <a:ext uri="{FF2B5EF4-FFF2-40B4-BE49-F238E27FC236}">
                <a16:creationId xmlns:a16="http://schemas.microsoft.com/office/drawing/2014/main" id="{E4E0198E-6F9F-3CD6-D6AD-A8E015C49C6D}"/>
              </a:ext>
            </a:extLst>
          </p:cNvPr>
          <p:cNvSpPr/>
          <p:nvPr/>
        </p:nvSpPr>
        <p:spPr>
          <a:xfrm>
            <a:off x="2350731" y="2905125"/>
            <a:ext cx="1047750" cy="1047750"/>
          </a:xfrm>
          <a:custGeom>
            <a:avLst/>
            <a:gdLst>
              <a:gd name="csX0" fmla="*/ 0 w 1047750"/>
              <a:gd name="csY0" fmla="*/ 523875 h 1047750"/>
              <a:gd name="csX1" fmla="*/ 523875 w 1047750"/>
              <a:gd name="csY1" fmla="*/ 0 h 1047750"/>
              <a:gd name="csX2" fmla="*/ 1047750 w 1047750"/>
              <a:gd name="csY2" fmla="*/ 523875 h 1047750"/>
              <a:gd name="csX3" fmla="*/ 523875 w 1047750"/>
              <a:gd name="csY3" fmla="*/ 1047750 h 1047750"/>
              <a:gd name="csX4" fmla="*/ 0 w 1047750"/>
              <a:gd name="csY4" fmla="*/ 523875 h 1047750"/>
            </a:gdLst>
            <a:ahLst/>
            <a:cxnLst>
              <a:cxn ang="0">
                <a:pos x="csX0" y="csY0"/>
              </a:cxn>
              <a:cxn ang="0">
                <a:pos x="csX1" y="csY1"/>
              </a:cxn>
              <a:cxn ang="0">
                <a:pos x="csX2" y="csY2"/>
              </a:cxn>
              <a:cxn ang="0">
                <a:pos x="csX3" y="csY3"/>
              </a:cxn>
              <a:cxn ang="0">
                <a:pos x="csX4" y="csY4"/>
              </a:cxn>
            </a:cxnLst>
            <a:rect l="l" t="t" r="r" b="b"/>
            <a:pathLst>
              <a:path w="1047750" h="1047750">
                <a:moveTo>
                  <a:pt x="0" y="523875"/>
                </a:moveTo>
                <a:cubicBezTo>
                  <a:pt x="0" y="234547"/>
                  <a:pt x="234547" y="0"/>
                  <a:pt x="523875" y="0"/>
                </a:cubicBezTo>
                <a:cubicBezTo>
                  <a:pt x="813203" y="0"/>
                  <a:pt x="1047750" y="234547"/>
                  <a:pt x="1047750" y="523875"/>
                </a:cubicBezTo>
                <a:cubicBezTo>
                  <a:pt x="1047750" y="813203"/>
                  <a:pt x="813203" y="1047750"/>
                  <a:pt x="523875" y="1047750"/>
                </a:cubicBezTo>
                <a:cubicBezTo>
                  <a:pt x="234547" y="1047750"/>
                  <a:pt x="0" y="813203"/>
                  <a:pt x="0" y="523875"/>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3919" tIns="183919" rIns="183919" bIns="183919" numCol="1" spcCol="1270" anchor="ctr" anchorCtr="0">
            <a:noAutofit/>
          </a:bodyPr>
          <a:lstStyle/>
          <a:p>
            <a:pPr marL="0" lvl="0" indent="0" algn="ctr" defTabSz="2133600">
              <a:lnSpc>
                <a:spcPct val="90000"/>
              </a:lnSpc>
              <a:spcBef>
                <a:spcPct val="0"/>
              </a:spcBef>
              <a:spcAft>
                <a:spcPct val="35000"/>
              </a:spcAft>
              <a:buNone/>
            </a:pPr>
            <a:r>
              <a:rPr lang="en-US" sz="4800" dirty="0"/>
              <a:t>4</a:t>
            </a:r>
            <a:endParaRPr lang="en-IN" sz="4800" kern="1200" dirty="0"/>
          </a:p>
        </p:txBody>
      </p:sp>
      <p:sp>
        <p:nvSpPr>
          <p:cNvPr id="58" name="Freeform: Shape 57">
            <a:extLst>
              <a:ext uri="{FF2B5EF4-FFF2-40B4-BE49-F238E27FC236}">
                <a16:creationId xmlns:a16="http://schemas.microsoft.com/office/drawing/2014/main" id="{F71D97BA-3D91-8266-CFAC-C13E7F075A5A}"/>
              </a:ext>
            </a:extLst>
          </p:cNvPr>
          <p:cNvSpPr/>
          <p:nvPr/>
        </p:nvSpPr>
        <p:spPr>
          <a:xfrm>
            <a:off x="5784832"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5" tIns="284285" rIns="569119" bIns="284284" numCol="1" spcCol="1270" anchor="ctr" anchorCtr="0">
            <a:noAutofit/>
          </a:bodyPr>
          <a:lstStyle/>
          <a:p>
            <a:pPr marL="114300" lvl="1" indent="-114300" algn="l" defTabSz="666750">
              <a:lnSpc>
                <a:spcPct val="90000"/>
              </a:lnSpc>
              <a:spcBef>
                <a:spcPct val="0"/>
              </a:spcBef>
              <a:spcAft>
                <a:spcPct val="15000"/>
              </a:spcAft>
              <a:buChar char="•"/>
            </a:pPr>
            <a:r>
              <a:rPr lang="en-IN" sz="1500" dirty="0"/>
              <a:t>Computer Vision</a:t>
            </a:r>
            <a:endParaRPr lang="en-IN" sz="1500" kern="1200" dirty="0"/>
          </a:p>
          <a:p>
            <a:pPr marL="114300" lvl="1" indent="-114300" algn="l" defTabSz="666750">
              <a:lnSpc>
                <a:spcPct val="90000"/>
              </a:lnSpc>
              <a:spcBef>
                <a:spcPct val="0"/>
              </a:spcBef>
              <a:spcAft>
                <a:spcPct val="15000"/>
              </a:spcAft>
              <a:buChar char="•"/>
            </a:pPr>
            <a:r>
              <a:rPr lang="en-IN" sz="1500" dirty="0"/>
              <a:t>AI Model</a:t>
            </a:r>
            <a:endParaRPr lang="en-IN" sz="1500" kern="1200" dirty="0"/>
          </a:p>
        </p:txBody>
      </p:sp>
      <p:sp>
        <p:nvSpPr>
          <p:cNvPr id="59" name="Freeform: Shape 58">
            <a:extLst>
              <a:ext uri="{FF2B5EF4-FFF2-40B4-BE49-F238E27FC236}">
                <a16:creationId xmlns:a16="http://schemas.microsoft.com/office/drawing/2014/main" id="{0916E744-81AA-29A3-E8D8-322663A25C52}"/>
              </a:ext>
            </a:extLst>
          </p:cNvPr>
          <p:cNvSpPr/>
          <p:nvPr/>
        </p:nvSpPr>
        <p:spPr>
          <a:xfrm>
            <a:off x="5128666" y="2905125"/>
            <a:ext cx="1047750" cy="1047750"/>
          </a:xfrm>
          <a:custGeom>
            <a:avLst/>
            <a:gdLst>
              <a:gd name="csX0" fmla="*/ 0 w 1047750"/>
              <a:gd name="csY0" fmla="*/ 523875 h 1047750"/>
              <a:gd name="csX1" fmla="*/ 523875 w 1047750"/>
              <a:gd name="csY1" fmla="*/ 0 h 1047750"/>
              <a:gd name="csX2" fmla="*/ 1047750 w 1047750"/>
              <a:gd name="csY2" fmla="*/ 523875 h 1047750"/>
              <a:gd name="csX3" fmla="*/ 523875 w 1047750"/>
              <a:gd name="csY3" fmla="*/ 1047750 h 1047750"/>
              <a:gd name="csX4" fmla="*/ 0 w 1047750"/>
              <a:gd name="csY4" fmla="*/ 523875 h 1047750"/>
            </a:gdLst>
            <a:ahLst/>
            <a:cxnLst>
              <a:cxn ang="0">
                <a:pos x="csX0" y="csY0"/>
              </a:cxn>
              <a:cxn ang="0">
                <a:pos x="csX1" y="csY1"/>
              </a:cxn>
              <a:cxn ang="0">
                <a:pos x="csX2" y="csY2"/>
              </a:cxn>
              <a:cxn ang="0">
                <a:pos x="csX3" y="csY3"/>
              </a:cxn>
              <a:cxn ang="0">
                <a:pos x="csX4" y="csY4"/>
              </a:cxn>
            </a:cxnLst>
            <a:rect l="l" t="t" r="r" b="b"/>
            <a:pathLst>
              <a:path w="1047750" h="1047750">
                <a:moveTo>
                  <a:pt x="0" y="523875"/>
                </a:moveTo>
                <a:cubicBezTo>
                  <a:pt x="0" y="234547"/>
                  <a:pt x="234547" y="0"/>
                  <a:pt x="523875" y="0"/>
                </a:cubicBezTo>
                <a:cubicBezTo>
                  <a:pt x="813203" y="0"/>
                  <a:pt x="1047750" y="234547"/>
                  <a:pt x="1047750" y="523875"/>
                </a:cubicBezTo>
                <a:cubicBezTo>
                  <a:pt x="1047750" y="813203"/>
                  <a:pt x="813203" y="1047750"/>
                  <a:pt x="523875" y="1047750"/>
                </a:cubicBezTo>
                <a:cubicBezTo>
                  <a:pt x="234547" y="1047750"/>
                  <a:pt x="0" y="813203"/>
                  <a:pt x="0" y="523875"/>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3919" tIns="183919" rIns="183919" bIns="183919" numCol="1" spcCol="1270" anchor="ctr" anchorCtr="0">
            <a:noAutofit/>
          </a:bodyPr>
          <a:lstStyle/>
          <a:p>
            <a:pPr marL="0" lvl="0" indent="0" algn="ctr" defTabSz="2133600">
              <a:lnSpc>
                <a:spcPct val="90000"/>
              </a:lnSpc>
              <a:spcBef>
                <a:spcPct val="0"/>
              </a:spcBef>
              <a:spcAft>
                <a:spcPct val="35000"/>
              </a:spcAft>
              <a:buNone/>
            </a:pPr>
            <a:r>
              <a:rPr lang="en-US" sz="4800" dirty="0"/>
              <a:t>5</a:t>
            </a:r>
            <a:endParaRPr lang="en-IN" sz="4800" kern="1200" dirty="0"/>
          </a:p>
        </p:txBody>
      </p:sp>
      <p:sp>
        <p:nvSpPr>
          <p:cNvPr id="60" name="Freeform: Shape 59">
            <a:extLst>
              <a:ext uri="{FF2B5EF4-FFF2-40B4-BE49-F238E27FC236}">
                <a16:creationId xmlns:a16="http://schemas.microsoft.com/office/drawing/2014/main" id="{355DE2DC-8AE7-6732-1091-07BB05C76980}"/>
              </a:ext>
            </a:extLst>
          </p:cNvPr>
          <p:cNvSpPr/>
          <p:nvPr/>
        </p:nvSpPr>
        <p:spPr>
          <a:xfrm>
            <a:off x="8615621"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5" tIns="284285" rIns="569119" bIns="284284" numCol="1" spcCol="1270" anchor="ctr" anchorCtr="0">
            <a:noAutofit/>
          </a:bodyPr>
          <a:lstStyle/>
          <a:p>
            <a:pPr marL="114300" lvl="1" indent="-114300" algn="l" defTabSz="666750">
              <a:lnSpc>
                <a:spcPct val="90000"/>
              </a:lnSpc>
              <a:spcBef>
                <a:spcPct val="0"/>
              </a:spcBef>
              <a:spcAft>
                <a:spcPct val="15000"/>
              </a:spcAft>
              <a:buChar char="•"/>
            </a:pPr>
            <a:r>
              <a:rPr lang="en-IN" sz="1500" dirty="0"/>
              <a:t>Database</a:t>
            </a:r>
            <a:endParaRPr lang="en-IN" sz="1500" kern="1200" dirty="0"/>
          </a:p>
          <a:p>
            <a:pPr marL="114300" lvl="1" indent="-114300" algn="l" defTabSz="666750">
              <a:lnSpc>
                <a:spcPct val="90000"/>
              </a:lnSpc>
              <a:spcBef>
                <a:spcPct val="0"/>
              </a:spcBef>
              <a:spcAft>
                <a:spcPct val="15000"/>
              </a:spcAft>
              <a:buChar char="•"/>
            </a:pPr>
            <a:r>
              <a:rPr lang="en-IN" sz="1500" dirty="0"/>
              <a:t>Mapping Software</a:t>
            </a:r>
            <a:endParaRPr lang="en-IN" sz="1500" kern="1200" dirty="0"/>
          </a:p>
        </p:txBody>
      </p:sp>
      <p:sp>
        <p:nvSpPr>
          <p:cNvPr id="61" name="Freeform: Shape 60">
            <a:extLst>
              <a:ext uri="{FF2B5EF4-FFF2-40B4-BE49-F238E27FC236}">
                <a16:creationId xmlns:a16="http://schemas.microsoft.com/office/drawing/2014/main" id="{F82BDE53-8753-3654-6DA1-01AA8D6425F3}"/>
              </a:ext>
            </a:extLst>
          </p:cNvPr>
          <p:cNvSpPr/>
          <p:nvPr/>
        </p:nvSpPr>
        <p:spPr>
          <a:xfrm>
            <a:off x="8091746" y="2905125"/>
            <a:ext cx="1047750" cy="1047750"/>
          </a:xfrm>
          <a:custGeom>
            <a:avLst/>
            <a:gdLst>
              <a:gd name="csX0" fmla="*/ 0 w 1047750"/>
              <a:gd name="csY0" fmla="*/ 523875 h 1047750"/>
              <a:gd name="csX1" fmla="*/ 523875 w 1047750"/>
              <a:gd name="csY1" fmla="*/ 0 h 1047750"/>
              <a:gd name="csX2" fmla="*/ 1047750 w 1047750"/>
              <a:gd name="csY2" fmla="*/ 523875 h 1047750"/>
              <a:gd name="csX3" fmla="*/ 523875 w 1047750"/>
              <a:gd name="csY3" fmla="*/ 1047750 h 1047750"/>
              <a:gd name="csX4" fmla="*/ 0 w 1047750"/>
              <a:gd name="csY4" fmla="*/ 523875 h 1047750"/>
            </a:gdLst>
            <a:ahLst/>
            <a:cxnLst>
              <a:cxn ang="0">
                <a:pos x="csX0" y="csY0"/>
              </a:cxn>
              <a:cxn ang="0">
                <a:pos x="csX1" y="csY1"/>
              </a:cxn>
              <a:cxn ang="0">
                <a:pos x="csX2" y="csY2"/>
              </a:cxn>
              <a:cxn ang="0">
                <a:pos x="csX3" y="csY3"/>
              </a:cxn>
              <a:cxn ang="0">
                <a:pos x="csX4" y="csY4"/>
              </a:cxn>
            </a:cxnLst>
            <a:rect l="l" t="t" r="r" b="b"/>
            <a:pathLst>
              <a:path w="1047750" h="1047750">
                <a:moveTo>
                  <a:pt x="0" y="523875"/>
                </a:moveTo>
                <a:cubicBezTo>
                  <a:pt x="0" y="234547"/>
                  <a:pt x="234547" y="0"/>
                  <a:pt x="523875" y="0"/>
                </a:cubicBezTo>
                <a:cubicBezTo>
                  <a:pt x="813203" y="0"/>
                  <a:pt x="1047750" y="234547"/>
                  <a:pt x="1047750" y="523875"/>
                </a:cubicBezTo>
                <a:cubicBezTo>
                  <a:pt x="1047750" y="813203"/>
                  <a:pt x="813203" y="1047750"/>
                  <a:pt x="523875" y="1047750"/>
                </a:cubicBezTo>
                <a:cubicBezTo>
                  <a:pt x="234547" y="1047750"/>
                  <a:pt x="0" y="813203"/>
                  <a:pt x="0" y="523875"/>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3919" tIns="183919" rIns="183919" bIns="183919" numCol="1" spcCol="1270" anchor="ctr" anchorCtr="0">
            <a:noAutofit/>
          </a:bodyPr>
          <a:lstStyle/>
          <a:p>
            <a:pPr marL="0" lvl="0" indent="0" algn="ctr" defTabSz="2133600">
              <a:lnSpc>
                <a:spcPct val="90000"/>
              </a:lnSpc>
              <a:spcBef>
                <a:spcPct val="0"/>
              </a:spcBef>
              <a:spcAft>
                <a:spcPct val="35000"/>
              </a:spcAft>
              <a:buNone/>
            </a:pPr>
            <a:r>
              <a:rPr lang="en-US" sz="4800" dirty="0"/>
              <a:t>6</a:t>
            </a:r>
            <a:endParaRPr lang="en-IN" sz="4800" kern="1200" dirty="0"/>
          </a:p>
        </p:txBody>
      </p:sp>
      <p:sp>
        <p:nvSpPr>
          <p:cNvPr id="65" name="Freeform: Shape 64">
            <a:extLst>
              <a:ext uri="{FF2B5EF4-FFF2-40B4-BE49-F238E27FC236}">
                <a16:creationId xmlns:a16="http://schemas.microsoft.com/office/drawing/2014/main" id="{A3209A32-3C4C-E1AB-301E-09DF4151D10F}"/>
              </a:ext>
            </a:extLst>
          </p:cNvPr>
          <p:cNvSpPr/>
          <p:nvPr/>
        </p:nvSpPr>
        <p:spPr>
          <a:xfrm>
            <a:off x="10922535"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endParaRPr lang="en-IN" sz="1500" kern="1200" dirty="0"/>
          </a:p>
        </p:txBody>
      </p:sp>
      <p:sp>
        <p:nvSpPr>
          <p:cNvPr id="66" name="Freeform: Shape 65">
            <a:extLst>
              <a:ext uri="{FF2B5EF4-FFF2-40B4-BE49-F238E27FC236}">
                <a16:creationId xmlns:a16="http://schemas.microsoft.com/office/drawing/2014/main" id="{D4E3E97C-0275-04AB-730A-8F14D921DECE}"/>
              </a:ext>
            </a:extLst>
          </p:cNvPr>
          <p:cNvSpPr/>
          <p:nvPr/>
        </p:nvSpPr>
        <p:spPr>
          <a:xfrm>
            <a:off x="13229449"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endParaRPr lang="en-IN" sz="1500" kern="1200" dirty="0"/>
          </a:p>
        </p:txBody>
      </p:sp>
      <p:sp>
        <p:nvSpPr>
          <p:cNvPr id="69" name="TextBox 68">
            <a:extLst>
              <a:ext uri="{FF2B5EF4-FFF2-40B4-BE49-F238E27FC236}">
                <a16:creationId xmlns:a16="http://schemas.microsoft.com/office/drawing/2014/main" id="{EF63E30E-DC7A-158D-9E69-78B28151F213}"/>
              </a:ext>
            </a:extLst>
          </p:cNvPr>
          <p:cNvSpPr txBox="1"/>
          <p:nvPr/>
        </p:nvSpPr>
        <p:spPr>
          <a:xfrm>
            <a:off x="2297877" y="401144"/>
            <a:ext cx="8340365" cy="830997"/>
          </a:xfrm>
          <a:prstGeom prst="rect">
            <a:avLst/>
          </a:prstGeom>
          <a:noFill/>
        </p:spPr>
        <p:txBody>
          <a:bodyPr wrap="square">
            <a:spAutoFit/>
          </a:bodyPr>
          <a:lstStyle/>
          <a:p>
            <a:r>
              <a:rPr lang="en-US" sz="4800" dirty="0">
                <a:latin typeface="Arial Black" panose="020B0A04020102020204" pitchFamily="34" charset="0"/>
              </a:rPr>
              <a:t>SOFTWARE REQUIRED</a:t>
            </a:r>
            <a:endParaRPr lang="en-IN" sz="4800" dirty="0">
              <a:latin typeface="Arial Black" panose="020B0A04020102020204" pitchFamily="34" charset="0"/>
            </a:endParaRPr>
          </a:p>
        </p:txBody>
      </p:sp>
      <p:sp>
        <p:nvSpPr>
          <p:cNvPr id="2" name="Freeform: Shape 1">
            <a:extLst>
              <a:ext uri="{FF2B5EF4-FFF2-40B4-BE49-F238E27FC236}">
                <a16:creationId xmlns:a16="http://schemas.microsoft.com/office/drawing/2014/main" id="{77D449D5-ACCE-3B32-409A-681F285CB0A3}"/>
              </a:ext>
            </a:extLst>
          </p:cNvPr>
          <p:cNvSpPr/>
          <p:nvPr/>
        </p:nvSpPr>
        <p:spPr>
          <a:xfrm>
            <a:off x="149524" y="2513135"/>
            <a:ext cx="2095500" cy="1831730"/>
          </a:xfrm>
          <a:custGeom>
            <a:avLst/>
            <a:gdLst>
              <a:gd name="csX0" fmla="*/ 0 w 2095500"/>
              <a:gd name="csY0" fmla="*/ 274760 h 1831730"/>
              <a:gd name="csX1" fmla="*/ 1179635 w 2095500"/>
              <a:gd name="csY1" fmla="*/ 274760 h 1831730"/>
              <a:gd name="csX2" fmla="*/ 1179635 w 2095500"/>
              <a:gd name="csY2" fmla="*/ 0 h 1831730"/>
              <a:gd name="csX3" fmla="*/ 2095500 w 2095500"/>
              <a:gd name="csY3" fmla="*/ 915865 h 1831730"/>
              <a:gd name="csX4" fmla="*/ 1179635 w 2095500"/>
              <a:gd name="csY4" fmla="*/ 1831730 h 1831730"/>
              <a:gd name="csX5" fmla="*/ 1179635 w 2095500"/>
              <a:gd name="csY5" fmla="*/ 1556971 h 1831730"/>
              <a:gd name="csX6" fmla="*/ 0 w 2095500"/>
              <a:gd name="csY6" fmla="*/ 1556971 h 1831730"/>
              <a:gd name="csX7" fmla="*/ 0 w 2095500"/>
              <a:gd name="csY7" fmla="*/ 274760 h 183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95500" h="1831730">
                <a:moveTo>
                  <a:pt x="0" y="274760"/>
                </a:moveTo>
                <a:lnTo>
                  <a:pt x="1179635" y="274760"/>
                </a:lnTo>
                <a:lnTo>
                  <a:pt x="1179635" y="0"/>
                </a:lnTo>
                <a:lnTo>
                  <a:pt x="2095500" y="915865"/>
                </a:lnTo>
                <a:lnTo>
                  <a:pt x="1179635" y="1831730"/>
                </a:lnTo>
                <a:lnTo>
                  <a:pt x="1179635" y="1556971"/>
                </a:lnTo>
                <a:lnTo>
                  <a:pt x="0" y="1556971"/>
                </a:lnTo>
                <a:lnTo>
                  <a:pt x="0" y="27476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61974" tIns="284285" rIns="569120" bIns="284284" numCol="1" spcCol="1270" anchor="ctr" anchorCtr="0">
            <a:noAutofit/>
          </a:bodyPr>
          <a:lstStyle/>
          <a:p>
            <a:pPr marL="0" lvl="0" indent="0" algn="ctr" defTabSz="666750">
              <a:lnSpc>
                <a:spcPct val="90000"/>
              </a:lnSpc>
              <a:spcBef>
                <a:spcPct val="0"/>
              </a:spcBef>
              <a:spcAft>
                <a:spcPct val="35000"/>
              </a:spcAft>
              <a:buNone/>
            </a:pPr>
            <a:endParaRPr lang="en-IN" sz="1500" kern="1200" dirty="0"/>
          </a:p>
        </p:txBody>
      </p:sp>
    </p:spTree>
    <p:extLst>
      <p:ext uri="{BB962C8B-B14F-4D97-AF65-F5344CB8AC3E}">
        <p14:creationId xmlns:p14="http://schemas.microsoft.com/office/powerpoint/2010/main" val="3809933091"/>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BE60F1-3F3C-8FC0-F18F-029998C7C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F62DCA09-1D1C-0E0F-9FEA-27273043DA5D}"/>
              </a:ext>
            </a:extLst>
          </p:cNvPr>
          <p:cNvPicPr>
            <a:picLocks noChangeAspect="1"/>
          </p:cNvPicPr>
          <p:nvPr/>
        </p:nvPicPr>
        <p:blipFill>
          <a:blip r:embed="rId3"/>
          <a:stretch>
            <a:fillRect/>
          </a:stretch>
        </p:blipFill>
        <p:spPr>
          <a:xfrm>
            <a:off x="9905802" y="6492208"/>
            <a:ext cx="2286198" cy="365792"/>
          </a:xfrm>
          <a:prstGeom prst="rect">
            <a:avLst/>
          </a:prstGeom>
        </p:spPr>
      </p:pic>
    </p:spTree>
    <p:extLst>
      <p:ext uri="{BB962C8B-B14F-4D97-AF65-F5344CB8AC3E}">
        <p14:creationId xmlns:p14="http://schemas.microsoft.com/office/powerpoint/2010/main" val="1189473389"/>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7FC036-29EA-81F3-A0FF-554E7929A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13BA8AC8-ACB4-8BDD-0F79-B516F7865A8B}"/>
              </a:ext>
            </a:extLst>
          </p:cNvPr>
          <p:cNvPicPr>
            <a:picLocks noChangeAspect="1"/>
          </p:cNvPicPr>
          <p:nvPr/>
        </p:nvPicPr>
        <p:blipFill>
          <a:blip r:embed="rId3"/>
          <a:stretch>
            <a:fillRect/>
          </a:stretch>
        </p:blipFill>
        <p:spPr>
          <a:xfrm>
            <a:off x="10118790" y="6492208"/>
            <a:ext cx="2286198" cy="365792"/>
          </a:xfrm>
          <a:prstGeom prst="rect">
            <a:avLst/>
          </a:prstGeom>
        </p:spPr>
      </p:pic>
    </p:spTree>
    <p:extLst>
      <p:ext uri="{BB962C8B-B14F-4D97-AF65-F5344CB8AC3E}">
        <p14:creationId xmlns:p14="http://schemas.microsoft.com/office/powerpoint/2010/main" val="3775091872"/>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61839A-B765-7B5E-04DF-EA3A783DA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6E449AC5-FC9B-835C-315C-1799F08E41CD}"/>
              </a:ext>
            </a:extLst>
          </p:cNvPr>
          <p:cNvPicPr>
            <a:picLocks noChangeAspect="1"/>
          </p:cNvPicPr>
          <p:nvPr/>
        </p:nvPicPr>
        <p:blipFill>
          <a:blip r:embed="rId3"/>
          <a:stretch>
            <a:fillRect/>
          </a:stretch>
        </p:blipFill>
        <p:spPr>
          <a:xfrm>
            <a:off x="10590130" y="6492208"/>
            <a:ext cx="2286198" cy="365792"/>
          </a:xfrm>
          <a:prstGeom prst="rect">
            <a:avLst/>
          </a:prstGeom>
        </p:spPr>
      </p:pic>
    </p:spTree>
    <p:extLst>
      <p:ext uri="{BB962C8B-B14F-4D97-AF65-F5344CB8AC3E}">
        <p14:creationId xmlns:p14="http://schemas.microsoft.com/office/powerpoint/2010/main" val="48618656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AD06E5-3802-86B3-0F25-FB01302B6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7AF3D70F-D7EA-1834-C04D-761CED402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76857"/>
            <a:ext cx="12264272" cy="1962285"/>
          </a:xfrm>
          <a:prstGeom prst="rect">
            <a:avLst/>
          </a:prstGeom>
        </p:spPr>
      </p:pic>
    </p:spTree>
    <p:extLst>
      <p:ext uri="{BB962C8B-B14F-4D97-AF65-F5344CB8AC3E}">
        <p14:creationId xmlns:p14="http://schemas.microsoft.com/office/powerpoint/2010/main" val="38464122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744985-8B84-B2D3-90AB-D798494F5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B8862E9B-CF53-2AB7-5441-B172949F9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93" y="6146275"/>
            <a:ext cx="12264272" cy="1962285"/>
          </a:xfrm>
          <a:prstGeom prst="rect">
            <a:avLst/>
          </a:prstGeom>
        </p:spPr>
      </p:pic>
    </p:spTree>
    <p:extLst>
      <p:ext uri="{BB962C8B-B14F-4D97-AF65-F5344CB8AC3E}">
        <p14:creationId xmlns:p14="http://schemas.microsoft.com/office/powerpoint/2010/main" val="13981930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DA2778-831A-F2DA-55BE-5B59D2A84F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CC0E4798-8086-FFDC-A4FE-F5C2D52E0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777" y="6325384"/>
            <a:ext cx="12264272" cy="1962285"/>
          </a:xfrm>
          <a:prstGeom prst="rect">
            <a:avLst/>
          </a:prstGeom>
        </p:spPr>
      </p:pic>
    </p:spTree>
    <p:extLst>
      <p:ext uri="{BB962C8B-B14F-4D97-AF65-F5344CB8AC3E}">
        <p14:creationId xmlns:p14="http://schemas.microsoft.com/office/powerpoint/2010/main" val="203526732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13CD38-90C9-A04A-F96B-1F368A621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A1F319FF-30AD-7A51-959D-EBF8466B35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8350" y="6155702"/>
            <a:ext cx="12264272" cy="1962285"/>
          </a:xfrm>
          <a:prstGeom prst="rect">
            <a:avLst/>
          </a:prstGeom>
        </p:spPr>
      </p:pic>
    </p:spTree>
    <p:extLst>
      <p:ext uri="{BB962C8B-B14F-4D97-AF65-F5344CB8AC3E}">
        <p14:creationId xmlns:p14="http://schemas.microsoft.com/office/powerpoint/2010/main" val="4278266865"/>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985F24-76BB-D92C-72BF-8DEDB9C429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3753E59B-95B5-4CDD-F423-50AEE2F5CA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194" y="6155701"/>
            <a:ext cx="12264272" cy="1962285"/>
          </a:xfrm>
          <a:prstGeom prst="rect">
            <a:avLst/>
          </a:prstGeom>
        </p:spPr>
      </p:pic>
    </p:spTree>
    <p:extLst>
      <p:ext uri="{BB962C8B-B14F-4D97-AF65-F5344CB8AC3E}">
        <p14:creationId xmlns:p14="http://schemas.microsoft.com/office/powerpoint/2010/main" val="334742893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C01596-D247-32FA-C8F2-4DDB3E7BDD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9795EA68-8893-91EB-08D8-E5E44B081E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437" y="5740923"/>
            <a:ext cx="12264272" cy="1962285"/>
          </a:xfrm>
          <a:prstGeom prst="rect">
            <a:avLst/>
          </a:prstGeom>
        </p:spPr>
      </p:pic>
    </p:spTree>
    <p:extLst>
      <p:ext uri="{BB962C8B-B14F-4D97-AF65-F5344CB8AC3E}">
        <p14:creationId xmlns:p14="http://schemas.microsoft.com/office/powerpoint/2010/main" val="22937093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B6B063-8D95-4CF6-508E-64441D974F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88" y="0"/>
            <a:ext cx="12349114" cy="4883085"/>
          </a:xfrm>
          <a:prstGeom prst="rect">
            <a:avLst/>
          </a:prstGeom>
        </p:spPr>
      </p:pic>
      <p:pic>
        <p:nvPicPr>
          <p:cNvPr id="5" name="Picture 4">
            <a:extLst>
              <a:ext uri="{FF2B5EF4-FFF2-40B4-BE49-F238E27FC236}">
                <a16:creationId xmlns:a16="http://schemas.microsoft.com/office/drawing/2014/main" id="{FD77F1F3-39A2-001F-3430-4F687A5BA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085" y="4883085"/>
            <a:ext cx="12800522" cy="2040903"/>
          </a:xfrm>
          <a:prstGeom prst="rect">
            <a:avLst/>
          </a:prstGeom>
        </p:spPr>
      </p:pic>
    </p:spTree>
    <p:extLst>
      <p:ext uri="{BB962C8B-B14F-4D97-AF65-F5344CB8AC3E}">
        <p14:creationId xmlns:p14="http://schemas.microsoft.com/office/powerpoint/2010/main" val="182450528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927D76-8D4B-D062-1CE5-B0BC16B4C753}"/>
              </a:ext>
            </a:extLst>
          </p:cNvPr>
          <p:cNvSpPr txBox="1"/>
          <p:nvPr/>
        </p:nvSpPr>
        <p:spPr>
          <a:xfrm>
            <a:off x="5665509" y="2592371"/>
            <a:ext cx="184731" cy="369332"/>
          </a:xfrm>
          <a:prstGeom prst="rect">
            <a:avLst/>
          </a:prstGeom>
          <a:noFill/>
        </p:spPr>
        <p:txBody>
          <a:bodyPr wrap="none" rtlCol="0">
            <a:spAutoFit/>
          </a:bodyPr>
          <a:lstStyle/>
          <a:p>
            <a:endParaRPr lang="en-IN" dirty="0"/>
          </a:p>
        </p:txBody>
      </p:sp>
      <p:pic>
        <p:nvPicPr>
          <p:cNvPr id="4" name="Picture 3">
            <a:extLst>
              <a:ext uri="{FF2B5EF4-FFF2-40B4-BE49-F238E27FC236}">
                <a16:creationId xmlns:a16="http://schemas.microsoft.com/office/drawing/2014/main" id="{C230564D-9357-364E-5722-3A25BDC5A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96" y="-320510"/>
            <a:ext cx="12839192" cy="5420412"/>
          </a:xfrm>
          <a:prstGeom prst="rect">
            <a:avLst/>
          </a:prstGeom>
        </p:spPr>
      </p:pic>
      <p:pic>
        <p:nvPicPr>
          <p:cNvPr id="8" name="Picture 7">
            <a:extLst>
              <a:ext uri="{FF2B5EF4-FFF2-40B4-BE49-F238E27FC236}">
                <a16:creationId xmlns:a16="http://schemas.microsoft.com/office/drawing/2014/main" id="{48A2478C-E17E-E1E2-3104-DC378F5BCC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024485"/>
            <a:ext cx="12264272" cy="1962285"/>
          </a:xfrm>
          <a:prstGeom prst="rect">
            <a:avLst/>
          </a:prstGeom>
        </p:spPr>
      </p:pic>
    </p:spTree>
    <p:extLst>
      <p:ext uri="{BB962C8B-B14F-4D97-AF65-F5344CB8AC3E}">
        <p14:creationId xmlns:p14="http://schemas.microsoft.com/office/powerpoint/2010/main" val="318692144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78515B-03C2-6484-E3EC-9ECC80912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1657"/>
            <a:ext cx="12264272" cy="7288428"/>
          </a:xfrm>
          <a:prstGeom prst="rect">
            <a:avLst/>
          </a:prstGeom>
        </p:spPr>
      </p:pic>
      <p:pic>
        <p:nvPicPr>
          <p:cNvPr id="5" name="Picture 4">
            <a:extLst>
              <a:ext uri="{FF2B5EF4-FFF2-40B4-BE49-F238E27FC236}">
                <a16:creationId xmlns:a16="http://schemas.microsoft.com/office/drawing/2014/main" id="{C905F5C6-367A-E703-2F3F-69507065C9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8913"/>
            <a:ext cx="12192000" cy="6657858"/>
          </a:xfrm>
          <a:prstGeom prst="rect">
            <a:avLst/>
          </a:prstGeom>
        </p:spPr>
      </p:pic>
      <p:sp>
        <p:nvSpPr>
          <p:cNvPr id="10" name="Rectangle: Rounded Corners 9">
            <a:extLst>
              <a:ext uri="{FF2B5EF4-FFF2-40B4-BE49-F238E27FC236}">
                <a16:creationId xmlns:a16="http://schemas.microsoft.com/office/drawing/2014/main" id="{51F15BC1-F244-6FB2-52B6-2ECD94A34D32}"/>
              </a:ext>
            </a:extLst>
          </p:cNvPr>
          <p:cNvSpPr/>
          <p:nvPr/>
        </p:nvSpPr>
        <p:spPr>
          <a:xfrm>
            <a:off x="6751320" y="1615440"/>
            <a:ext cx="4922520" cy="6657858"/>
          </a:xfrm>
          <a:prstGeom prst="roundRect">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08395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CBD28B-1FBE-C8B4-898D-15007405E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20" y="-569040"/>
            <a:ext cx="12364720" cy="7101920"/>
          </a:xfrm>
          <a:prstGeom prst="rect">
            <a:avLst/>
          </a:prstGeom>
        </p:spPr>
      </p:pic>
      <p:pic>
        <p:nvPicPr>
          <p:cNvPr id="5" name="Picture 4">
            <a:extLst>
              <a:ext uri="{FF2B5EF4-FFF2-40B4-BE49-F238E27FC236}">
                <a16:creationId xmlns:a16="http://schemas.microsoft.com/office/drawing/2014/main" id="{45F2E04B-A8AB-1510-0600-4345F8C3D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84000" y="-569040"/>
            <a:ext cx="254000" cy="2435950"/>
          </a:xfrm>
          <a:prstGeom prst="rect">
            <a:avLst/>
          </a:prstGeom>
        </p:spPr>
      </p:pic>
      <p:pic>
        <p:nvPicPr>
          <p:cNvPr id="7" name="Picture 6">
            <a:extLst>
              <a:ext uri="{FF2B5EF4-FFF2-40B4-BE49-F238E27FC236}">
                <a16:creationId xmlns:a16="http://schemas.microsoft.com/office/drawing/2014/main" id="{B5A12DEB-8F5E-8470-E955-C477213C4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1600" y="-668110"/>
            <a:ext cx="264160" cy="2435950"/>
          </a:xfrm>
          <a:prstGeom prst="rect">
            <a:avLst/>
          </a:prstGeom>
        </p:spPr>
      </p:pic>
      <p:pic>
        <p:nvPicPr>
          <p:cNvPr id="11" name="Picture 10">
            <a:extLst>
              <a:ext uri="{FF2B5EF4-FFF2-40B4-BE49-F238E27FC236}">
                <a16:creationId xmlns:a16="http://schemas.microsoft.com/office/drawing/2014/main" id="{AD552248-7C9C-90E6-0EC5-DD906F429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121515" y="-180529"/>
            <a:ext cx="1612333" cy="14868120"/>
          </a:xfrm>
          <a:prstGeom prst="rect">
            <a:avLst/>
          </a:prstGeom>
        </p:spPr>
      </p:pic>
      <p:sp>
        <p:nvSpPr>
          <p:cNvPr id="16" name="Rectangle: Rounded Corners 15">
            <a:extLst>
              <a:ext uri="{FF2B5EF4-FFF2-40B4-BE49-F238E27FC236}">
                <a16:creationId xmlns:a16="http://schemas.microsoft.com/office/drawing/2014/main" id="{EDC26640-D0D8-7E60-446A-CFB1C877786D}"/>
              </a:ext>
            </a:extLst>
          </p:cNvPr>
          <p:cNvSpPr/>
          <p:nvPr/>
        </p:nvSpPr>
        <p:spPr>
          <a:xfrm>
            <a:off x="6715760" y="-3564741"/>
            <a:ext cx="4968240" cy="4130040"/>
          </a:xfrm>
          <a:prstGeom prst="roundRect">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859548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61209B-D89E-62EC-FD25-A177057D22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075156" cy="8915400"/>
          </a:xfrm>
          <a:prstGeom prst="rect">
            <a:avLst/>
          </a:prstGeom>
        </p:spPr>
      </p:pic>
      <p:sp>
        <p:nvSpPr>
          <p:cNvPr id="6" name="Rectangle: Rounded Corners 5">
            <a:extLst>
              <a:ext uri="{FF2B5EF4-FFF2-40B4-BE49-F238E27FC236}">
                <a16:creationId xmlns:a16="http://schemas.microsoft.com/office/drawing/2014/main" id="{21163266-63FF-30DF-59A4-94977F3E4329}"/>
              </a:ext>
            </a:extLst>
          </p:cNvPr>
          <p:cNvSpPr/>
          <p:nvPr/>
        </p:nvSpPr>
        <p:spPr>
          <a:xfrm>
            <a:off x="8366760" y="533400"/>
            <a:ext cx="5379720" cy="7330440"/>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9397464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58E7E-379A-FD7A-E178-FF1DFC524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178040"/>
          </a:xfrm>
          <a:prstGeom prst="rect">
            <a:avLst/>
          </a:prstGeom>
        </p:spPr>
      </p:pic>
      <p:sp>
        <p:nvSpPr>
          <p:cNvPr id="4" name="Flowchart: Alternate Process 3">
            <a:extLst>
              <a:ext uri="{FF2B5EF4-FFF2-40B4-BE49-F238E27FC236}">
                <a16:creationId xmlns:a16="http://schemas.microsoft.com/office/drawing/2014/main" id="{9171A38B-CC42-CC40-D44A-643A78CE3460}"/>
              </a:ext>
            </a:extLst>
          </p:cNvPr>
          <p:cNvSpPr/>
          <p:nvPr/>
        </p:nvSpPr>
        <p:spPr>
          <a:xfrm>
            <a:off x="8305800" y="792480"/>
            <a:ext cx="3672840" cy="5029200"/>
          </a:xfrm>
          <a:prstGeom prst="flowChartAlternateProcess">
            <a:avLst/>
          </a:prstGeom>
          <a:blipFill>
            <a:blip r:embed="rId3"/>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5490842"/>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2B5E5F-2C66-48CD-2183-4120F5303B22}"/>
              </a:ext>
            </a:extLst>
          </p:cNvPr>
          <p:cNvPicPr>
            <a:picLocks noChangeAspect="1"/>
          </p:cNvPicPr>
          <p:nvPr/>
        </p:nvPicPr>
        <p:blipFill>
          <a:blip r:embed="rId2"/>
          <a:stretch>
            <a:fillRect/>
          </a:stretch>
        </p:blipFill>
        <p:spPr>
          <a:xfrm>
            <a:off x="0" y="-1"/>
            <a:ext cx="12192000" cy="6995161"/>
          </a:xfrm>
          <a:prstGeom prst="rect">
            <a:avLst/>
          </a:prstGeom>
        </p:spPr>
      </p:pic>
    </p:spTree>
    <p:extLst>
      <p:ext uri="{BB962C8B-B14F-4D97-AF65-F5344CB8AC3E}">
        <p14:creationId xmlns:p14="http://schemas.microsoft.com/office/powerpoint/2010/main" val="1086244161"/>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3361DB-68B6-E90F-49B2-174838C17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845088705"/>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CC4A15-AEFA-9BDC-E2F3-C93E58486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7109963"/>
          </a:xfrm>
          <a:prstGeom prst="rect">
            <a:avLst/>
          </a:prstGeom>
        </p:spPr>
      </p:pic>
      <p:sp>
        <p:nvSpPr>
          <p:cNvPr id="4" name="Oval 3">
            <a:extLst>
              <a:ext uri="{FF2B5EF4-FFF2-40B4-BE49-F238E27FC236}">
                <a16:creationId xmlns:a16="http://schemas.microsoft.com/office/drawing/2014/main" id="{8F8F653A-85C9-3BCF-8E58-026141F783B3}"/>
              </a:ext>
            </a:extLst>
          </p:cNvPr>
          <p:cNvSpPr/>
          <p:nvPr/>
        </p:nvSpPr>
        <p:spPr>
          <a:xfrm>
            <a:off x="6766560" y="-3242561"/>
            <a:ext cx="18669000" cy="12725400"/>
          </a:xfrm>
          <a:prstGeom prst="ellipse">
            <a:avLst/>
          </a:prstGeom>
          <a:blipFill>
            <a:blip r:embed="rId3"/>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Oval 4">
            <a:extLst>
              <a:ext uri="{FF2B5EF4-FFF2-40B4-BE49-F238E27FC236}">
                <a16:creationId xmlns:a16="http://schemas.microsoft.com/office/drawing/2014/main" id="{4069D994-5430-39C8-738E-C3C7DB5158AC}"/>
              </a:ext>
            </a:extLst>
          </p:cNvPr>
          <p:cNvSpPr/>
          <p:nvPr/>
        </p:nvSpPr>
        <p:spPr>
          <a:xfrm>
            <a:off x="7056120" y="940818"/>
            <a:ext cx="4160520" cy="4301741"/>
          </a:xfrm>
          <a:prstGeom prst="ellipse">
            <a:avLst/>
          </a:prstGeom>
          <a:blipFill>
            <a:blip r:embed="rId3"/>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46920171"/>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759</TotalTime>
  <Words>486</Words>
  <Application>Microsoft Office PowerPoint</Application>
  <PresentationFormat>Widescreen</PresentationFormat>
  <Paragraphs>78</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Black</vt:lpstr>
      <vt:lpstr>Calibri</vt:lpstr>
      <vt:lpstr>Calibri Light</vt:lpstr>
      <vt:lpstr>Forte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Santosh Adi</dc:creator>
  <cp:lastModifiedBy>Santosh Adi</cp:lastModifiedBy>
  <cp:revision>1</cp:revision>
  <dcterms:created xsi:type="dcterms:W3CDTF">2026-08-28T04:02:16Z</dcterms:created>
  <dcterms:modified xsi:type="dcterms:W3CDTF">2026-08-28T17:06:10Z</dcterms:modified>
</cp:coreProperties>
</file>