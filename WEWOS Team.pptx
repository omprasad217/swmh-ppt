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" name="Group 29"/>
          <p:cNvGrpSpPr/>
          <p:nvPr/>
        </p:nvGrpSpPr>
        <p:grpSpPr>
          <a:xfrm>
            <a:off x="759460" y="1919605"/>
            <a:ext cx="4064000" cy="3637280"/>
            <a:chOff x="1196" y="3023"/>
            <a:chExt cx="6400" cy="5728"/>
          </a:xfrm>
        </p:grpSpPr>
        <p:sp>
          <p:nvSpPr>
            <p:cNvPr id="28" name="Freeform 27"/>
            <p:cNvSpPr/>
            <p:nvPr/>
          </p:nvSpPr>
          <p:spPr>
            <a:xfrm>
              <a:off x="1196" y="3967"/>
              <a:ext cx="4347" cy="4785"/>
            </a:xfrm>
            <a:custGeom>
              <a:avLst/>
              <a:gdLst>
                <a:gd name="adj1" fmla="val 16667"/>
                <a:gd name="adj2" fmla="val 0"/>
                <a:gd name="a1" fmla="pin 0 adj1 50000"/>
                <a:gd name="a2" fmla="pin 0 adj2 50000"/>
                <a:gd name="x1" fmla="*/ ss a1 100000"/>
                <a:gd name="y1" fmla="+- b 0 x1"/>
                <a:gd name="a" fmla="*/ ss a2 100000"/>
                <a:gd name="x2" fmla="+- r 0 a"/>
                <a:gd name="y2" fmla="+- b 0 a"/>
                <a:gd name="dx1" fmla="*/ x1 29289 100000"/>
                <a:gd name="dx2" fmla="*/ a 29289 100000"/>
                <a:gd name="d" fmla="+- dx1 0 dx2"/>
                <a:gd name="dx" fmla="?: d dx1 dx2"/>
                <a:gd name="ir" fmla="+- r 0 dx"/>
                <a:gd name="ib" fmla="+- b 0 dx"/>
              </a:gdLst>
              <a:ahLst/>
              <a:cxnLst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3">
                  <a:pos x="hc" y="t"/>
                </a:cxn>
              </a:cxnLst>
              <a:rect l="l" t="t" r="r" b="b"/>
              <a:pathLst>
                <a:path w="4347" h="4786">
                  <a:moveTo>
                    <a:pt x="725" y="0"/>
                  </a:moveTo>
                  <a:lnTo>
                    <a:pt x="4347" y="0"/>
                  </a:lnTo>
                  <a:lnTo>
                    <a:pt x="4347" y="3946"/>
                  </a:lnTo>
                  <a:lnTo>
                    <a:pt x="3869" y="4742"/>
                  </a:lnTo>
                  <a:cubicBezTo>
                    <a:pt x="3810" y="4768"/>
                    <a:pt x="3673" y="4789"/>
                    <a:pt x="3622" y="4785"/>
                  </a:cubicBezTo>
                  <a:lnTo>
                    <a:pt x="0" y="4785"/>
                  </a:lnTo>
                  <a:lnTo>
                    <a:pt x="0" y="725"/>
                  </a:lnTo>
                  <a:cubicBezTo>
                    <a:pt x="-12" y="318"/>
                    <a:pt x="360" y="-10"/>
                    <a:pt x="725" y="0"/>
                  </a:cubicBez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1196" y="3023"/>
              <a:ext cx="6400" cy="5729"/>
              <a:chOff x="7399" y="2056"/>
              <a:chExt cx="6400" cy="5729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7399" y="2056"/>
                <a:ext cx="4403" cy="5729"/>
                <a:chOff x="1425" y="1559"/>
                <a:chExt cx="4403" cy="5729"/>
              </a:xfrm>
            </p:grpSpPr>
            <p:sp>
              <p:nvSpPr>
                <p:cNvPr id="23" name="Rounded Rectangle 22"/>
                <p:cNvSpPr/>
                <p:nvPr/>
              </p:nvSpPr>
              <p:spPr>
                <a:xfrm>
                  <a:off x="1425" y="1902"/>
                  <a:ext cx="4403" cy="5386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24" name="Freeform 23"/>
                <p:cNvSpPr/>
                <p:nvPr/>
              </p:nvSpPr>
              <p:spPr>
                <a:xfrm>
                  <a:off x="1425" y="1559"/>
                  <a:ext cx="4402" cy="1664"/>
                </a:xfrm>
                <a:custGeom>
                  <a:avLst/>
                  <a:gdLst>
                    <a:gd name="adj1" fmla="val 16667"/>
                    <a:gd name="adj2" fmla="val 0"/>
                    <a:gd name="a1" fmla="pin 0 adj1 50000"/>
                    <a:gd name="a2" fmla="pin 0 adj2 50000"/>
                    <a:gd name="x1" fmla="*/ ss a1 100000"/>
                    <a:gd name="y1" fmla="+- b 0 x1"/>
                    <a:gd name="a" fmla="*/ ss a2 100000"/>
                    <a:gd name="x2" fmla="+- r 0 a"/>
                    <a:gd name="y2" fmla="+- b 0 a"/>
                    <a:gd name="dx1" fmla="*/ x1 29289 100000"/>
                    <a:gd name="dx2" fmla="*/ a 29289 100000"/>
                    <a:gd name="d" fmla="+- dx1 0 dx2"/>
                    <a:gd name="dx" fmla="?: d dx1 dx2"/>
                    <a:gd name="ir" fmla="+- r 0 dx"/>
                    <a:gd name="ib" fmla="+- b 0 dx"/>
                  </a:gdLst>
                  <a:ahLst/>
                  <a:cxnLst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3">
                      <a:pos x="hc" y="t"/>
                    </a:cxn>
                  </a:cxnLst>
                  <a:rect l="l" t="t" r="r" b="b"/>
                  <a:pathLst>
                    <a:path w="4402" h="1664">
                      <a:moveTo>
                        <a:pt x="734" y="0"/>
                      </a:moveTo>
                      <a:lnTo>
                        <a:pt x="3521" y="0"/>
                      </a:lnTo>
                      <a:lnTo>
                        <a:pt x="4402" y="488"/>
                      </a:lnTo>
                      <a:lnTo>
                        <a:pt x="4402" y="930"/>
                      </a:lnTo>
                      <a:lnTo>
                        <a:pt x="734" y="930"/>
                      </a:lnTo>
                      <a:cubicBezTo>
                        <a:pt x="322" y="917"/>
                        <a:pt x="-10" y="1294"/>
                        <a:pt x="0" y="1664"/>
                      </a:cubicBezTo>
                      <a:lnTo>
                        <a:pt x="0" y="734"/>
                      </a:lnTo>
                      <a:cubicBezTo>
                        <a:pt x="-13" y="322"/>
                        <a:pt x="364" y="-10"/>
                        <a:pt x="734" y="0"/>
                      </a:cubicBezTo>
                      <a:close/>
                    </a:path>
                  </a:pathLst>
                </a:custGeom>
                <a:gradFill>
                  <a:gsLst>
                    <a:gs pos="22000">
                      <a:schemeClr val="bg1">
                        <a:lumMod val="75000"/>
                      </a:schemeClr>
                    </a:gs>
                    <a:gs pos="42000">
                      <a:schemeClr val="tx1">
                        <a:lumMod val="95000"/>
                        <a:lumOff val="5000"/>
                      </a:schemeClr>
                    </a:gs>
                  </a:gsLst>
                  <a:lin ang="13200000" scaled="0"/>
                </a:gra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p>
                  <a:pPr algn="ctr"/>
                  <a:endParaRPr lang="en-US"/>
                </a:p>
              </p:txBody>
            </p:sp>
          </p:grpSp>
          <p:sp>
            <p:nvSpPr>
              <p:cNvPr id="25" name="Text Box 24"/>
              <p:cNvSpPr txBox="1"/>
              <p:nvPr/>
            </p:nvSpPr>
            <p:spPr>
              <a:xfrm>
                <a:off x="7399" y="2225"/>
                <a:ext cx="6400" cy="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r>
                  <a:rPr lang="en-US" sz="2700" b="1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</a:rPr>
                  <a:t>MEMBER</a:t>
                </a:r>
                <a:endParaRPr lang="en-US" sz="2700" b="1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endParaRPr>
              </a:p>
            </p:txBody>
          </p:sp>
        </p:grpSp>
      </p:grpSp>
      <p:grpSp>
        <p:nvGrpSpPr>
          <p:cNvPr id="33" name="Group 32"/>
          <p:cNvGrpSpPr/>
          <p:nvPr/>
        </p:nvGrpSpPr>
        <p:grpSpPr>
          <a:xfrm>
            <a:off x="4775200" y="1920875"/>
            <a:ext cx="4064000" cy="3637280"/>
            <a:chOff x="1196" y="3023"/>
            <a:chExt cx="6400" cy="5728"/>
          </a:xfrm>
        </p:grpSpPr>
        <p:sp>
          <p:nvSpPr>
            <p:cNvPr id="34" name="Freeform 33"/>
            <p:cNvSpPr/>
            <p:nvPr/>
          </p:nvSpPr>
          <p:spPr>
            <a:xfrm>
              <a:off x="1196" y="3967"/>
              <a:ext cx="4347" cy="4785"/>
            </a:xfrm>
            <a:custGeom>
              <a:avLst/>
              <a:gdLst>
                <a:gd name="adj1" fmla="val 16667"/>
                <a:gd name="adj2" fmla="val 0"/>
                <a:gd name="a1" fmla="pin 0 adj1 50000"/>
                <a:gd name="a2" fmla="pin 0 adj2 50000"/>
                <a:gd name="x1" fmla="*/ ss a1 100000"/>
                <a:gd name="y1" fmla="+- b 0 x1"/>
                <a:gd name="a" fmla="*/ ss a2 100000"/>
                <a:gd name="x2" fmla="+- r 0 a"/>
                <a:gd name="y2" fmla="+- b 0 a"/>
                <a:gd name="dx1" fmla="*/ x1 29289 100000"/>
                <a:gd name="dx2" fmla="*/ a 29289 100000"/>
                <a:gd name="d" fmla="+- dx1 0 dx2"/>
                <a:gd name="dx" fmla="?: d dx1 dx2"/>
                <a:gd name="ir" fmla="+- r 0 dx"/>
                <a:gd name="ib" fmla="+- b 0 dx"/>
              </a:gdLst>
              <a:ahLst/>
              <a:cxnLst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3">
                  <a:pos x="hc" y="t"/>
                </a:cxn>
              </a:cxnLst>
              <a:rect l="l" t="t" r="r" b="b"/>
              <a:pathLst>
                <a:path w="4347" h="4786">
                  <a:moveTo>
                    <a:pt x="725" y="0"/>
                  </a:moveTo>
                  <a:lnTo>
                    <a:pt x="4347" y="0"/>
                  </a:lnTo>
                  <a:lnTo>
                    <a:pt x="4347" y="3946"/>
                  </a:lnTo>
                  <a:lnTo>
                    <a:pt x="3869" y="4742"/>
                  </a:lnTo>
                  <a:cubicBezTo>
                    <a:pt x="3810" y="4768"/>
                    <a:pt x="3673" y="4789"/>
                    <a:pt x="3622" y="4785"/>
                  </a:cubicBezTo>
                  <a:lnTo>
                    <a:pt x="0" y="4785"/>
                  </a:lnTo>
                  <a:lnTo>
                    <a:pt x="0" y="725"/>
                  </a:lnTo>
                  <a:cubicBezTo>
                    <a:pt x="-12" y="318"/>
                    <a:pt x="360" y="-10"/>
                    <a:pt x="725" y="0"/>
                  </a:cubicBez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/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1196" y="3023"/>
              <a:ext cx="6400" cy="5729"/>
              <a:chOff x="7399" y="2056"/>
              <a:chExt cx="6400" cy="5729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7399" y="2056"/>
                <a:ext cx="4403" cy="5729"/>
                <a:chOff x="1425" y="1559"/>
                <a:chExt cx="4403" cy="5729"/>
              </a:xfrm>
            </p:grpSpPr>
            <p:sp>
              <p:nvSpPr>
                <p:cNvPr id="37" name="Rounded Rectangle 36"/>
                <p:cNvSpPr/>
                <p:nvPr/>
              </p:nvSpPr>
              <p:spPr>
                <a:xfrm>
                  <a:off x="1425" y="1902"/>
                  <a:ext cx="4403" cy="5386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1425" y="1559"/>
                  <a:ext cx="4402" cy="1664"/>
                </a:xfrm>
                <a:custGeom>
                  <a:avLst/>
                  <a:gdLst>
                    <a:gd name="adj1" fmla="val 16667"/>
                    <a:gd name="adj2" fmla="val 0"/>
                    <a:gd name="a1" fmla="pin 0 adj1 50000"/>
                    <a:gd name="a2" fmla="pin 0 adj2 50000"/>
                    <a:gd name="x1" fmla="*/ ss a1 100000"/>
                    <a:gd name="y1" fmla="+- b 0 x1"/>
                    <a:gd name="a" fmla="*/ ss a2 100000"/>
                    <a:gd name="x2" fmla="+- r 0 a"/>
                    <a:gd name="y2" fmla="+- b 0 a"/>
                    <a:gd name="dx1" fmla="*/ x1 29289 100000"/>
                    <a:gd name="dx2" fmla="*/ a 29289 100000"/>
                    <a:gd name="d" fmla="+- dx1 0 dx2"/>
                    <a:gd name="dx" fmla="?: d dx1 dx2"/>
                    <a:gd name="ir" fmla="+- r 0 dx"/>
                    <a:gd name="ib" fmla="+- b 0 dx"/>
                  </a:gdLst>
                  <a:ahLst/>
                  <a:cxnLst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3">
                      <a:pos x="hc" y="t"/>
                    </a:cxn>
                  </a:cxnLst>
                  <a:rect l="l" t="t" r="r" b="b"/>
                  <a:pathLst>
                    <a:path w="4402" h="1664">
                      <a:moveTo>
                        <a:pt x="734" y="0"/>
                      </a:moveTo>
                      <a:lnTo>
                        <a:pt x="3521" y="0"/>
                      </a:lnTo>
                      <a:lnTo>
                        <a:pt x="4402" y="488"/>
                      </a:lnTo>
                      <a:lnTo>
                        <a:pt x="4402" y="930"/>
                      </a:lnTo>
                      <a:lnTo>
                        <a:pt x="734" y="930"/>
                      </a:lnTo>
                      <a:cubicBezTo>
                        <a:pt x="322" y="917"/>
                        <a:pt x="-10" y="1294"/>
                        <a:pt x="0" y="1664"/>
                      </a:cubicBezTo>
                      <a:lnTo>
                        <a:pt x="0" y="734"/>
                      </a:lnTo>
                      <a:cubicBezTo>
                        <a:pt x="-13" y="322"/>
                        <a:pt x="364" y="-10"/>
                        <a:pt x="734" y="0"/>
                      </a:cubicBezTo>
                      <a:close/>
                    </a:path>
                  </a:pathLst>
                </a:custGeom>
                <a:gradFill>
                  <a:gsLst>
                    <a:gs pos="22000">
                      <a:schemeClr val="bg1">
                        <a:lumMod val="75000"/>
                      </a:schemeClr>
                    </a:gs>
                    <a:gs pos="42000">
                      <a:schemeClr val="tx1">
                        <a:lumMod val="95000"/>
                        <a:lumOff val="5000"/>
                      </a:schemeClr>
                    </a:gs>
                  </a:gsLst>
                  <a:lin ang="13200000" scaled="0"/>
                </a:gra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p>
                  <a:pPr algn="ctr"/>
                  <a:endParaRPr lang="en-US"/>
                </a:p>
              </p:txBody>
            </p:sp>
          </p:grpSp>
          <p:sp>
            <p:nvSpPr>
              <p:cNvPr id="39" name="Text Box 38"/>
              <p:cNvSpPr txBox="1"/>
              <p:nvPr/>
            </p:nvSpPr>
            <p:spPr>
              <a:xfrm>
                <a:off x="7399" y="2225"/>
                <a:ext cx="6400" cy="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r>
                  <a:rPr lang="en-US" sz="2700" b="1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</a:rPr>
                  <a:t>LEADER</a:t>
                </a:r>
                <a:endParaRPr lang="en-US" sz="2700" b="1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endParaRPr>
              </a:p>
            </p:txBody>
          </p:sp>
        </p:grpSp>
      </p:grpSp>
      <p:grpSp>
        <p:nvGrpSpPr>
          <p:cNvPr id="40" name="Group 39"/>
          <p:cNvGrpSpPr/>
          <p:nvPr/>
        </p:nvGrpSpPr>
        <p:grpSpPr>
          <a:xfrm>
            <a:off x="8826500" y="1920240"/>
            <a:ext cx="4064000" cy="3637280"/>
            <a:chOff x="1196" y="3023"/>
            <a:chExt cx="6400" cy="5728"/>
          </a:xfrm>
        </p:grpSpPr>
        <p:sp>
          <p:nvSpPr>
            <p:cNvPr id="41" name="Freeform 40"/>
            <p:cNvSpPr/>
            <p:nvPr/>
          </p:nvSpPr>
          <p:spPr>
            <a:xfrm>
              <a:off x="1196" y="3967"/>
              <a:ext cx="4347" cy="4785"/>
            </a:xfrm>
            <a:custGeom>
              <a:avLst/>
              <a:gdLst>
                <a:gd name="adj1" fmla="val 16667"/>
                <a:gd name="adj2" fmla="val 0"/>
                <a:gd name="a1" fmla="pin 0 adj1 50000"/>
                <a:gd name="a2" fmla="pin 0 adj2 50000"/>
                <a:gd name="x1" fmla="*/ ss a1 100000"/>
                <a:gd name="y1" fmla="+- b 0 x1"/>
                <a:gd name="a" fmla="*/ ss a2 100000"/>
                <a:gd name="x2" fmla="+- r 0 a"/>
                <a:gd name="y2" fmla="+- b 0 a"/>
                <a:gd name="dx1" fmla="*/ x1 29289 100000"/>
                <a:gd name="dx2" fmla="*/ a 29289 100000"/>
                <a:gd name="d" fmla="+- dx1 0 dx2"/>
                <a:gd name="dx" fmla="?: d dx1 dx2"/>
                <a:gd name="ir" fmla="+- r 0 dx"/>
                <a:gd name="ib" fmla="+- b 0 dx"/>
              </a:gdLst>
              <a:ahLst/>
              <a:cxnLst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3">
                  <a:pos x="hc" y="t"/>
                </a:cxn>
              </a:cxnLst>
              <a:rect l="l" t="t" r="r" b="b"/>
              <a:pathLst>
                <a:path w="4347" h="4786">
                  <a:moveTo>
                    <a:pt x="725" y="0"/>
                  </a:moveTo>
                  <a:lnTo>
                    <a:pt x="4347" y="0"/>
                  </a:lnTo>
                  <a:lnTo>
                    <a:pt x="4347" y="3946"/>
                  </a:lnTo>
                  <a:lnTo>
                    <a:pt x="3869" y="4742"/>
                  </a:lnTo>
                  <a:cubicBezTo>
                    <a:pt x="3810" y="4768"/>
                    <a:pt x="3673" y="4789"/>
                    <a:pt x="3622" y="4785"/>
                  </a:cubicBezTo>
                  <a:lnTo>
                    <a:pt x="0" y="4785"/>
                  </a:lnTo>
                  <a:lnTo>
                    <a:pt x="0" y="725"/>
                  </a:lnTo>
                  <a:cubicBezTo>
                    <a:pt x="-12" y="318"/>
                    <a:pt x="360" y="-10"/>
                    <a:pt x="725" y="0"/>
                  </a:cubicBezTo>
                  <a:close/>
                </a:path>
              </a:pathLst>
            </a:custGeom>
            <a:blipFill rotWithShape="1">
              <a:blip r:embed="rId1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en-US"/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1196" y="3023"/>
              <a:ext cx="6400" cy="5729"/>
              <a:chOff x="7399" y="2056"/>
              <a:chExt cx="6400" cy="5729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7399" y="2056"/>
                <a:ext cx="4403" cy="5729"/>
                <a:chOff x="1425" y="1559"/>
                <a:chExt cx="4403" cy="5729"/>
              </a:xfrm>
            </p:grpSpPr>
            <p:sp>
              <p:nvSpPr>
                <p:cNvPr id="44" name="Rounded Rectangle 43"/>
                <p:cNvSpPr/>
                <p:nvPr/>
              </p:nvSpPr>
              <p:spPr>
                <a:xfrm>
                  <a:off x="1425" y="1902"/>
                  <a:ext cx="4403" cy="5386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45" name="Freeform 44"/>
                <p:cNvSpPr/>
                <p:nvPr/>
              </p:nvSpPr>
              <p:spPr>
                <a:xfrm>
                  <a:off x="1425" y="1559"/>
                  <a:ext cx="4402" cy="1664"/>
                </a:xfrm>
                <a:custGeom>
                  <a:avLst/>
                  <a:gdLst>
                    <a:gd name="adj1" fmla="val 16667"/>
                    <a:gd name="adj2" fmla="val 0"/>
                    <a:gd name="a1" fmla="pin 0 adj1 50000"/>
                    <a:gd name="a2" fmla="pin 0 adj2 50000"/>
                    <a:gd name="x1" fmla="*/ ss a1 100000"/>
                    <a:gd name="y1" fmla="+- b 0 x1"/>
                    <a:gd name="a" fmla="*/ ss a2 100000"/>
                    <a:gd name="x2" fmla="+- r 0 a"/>
                    <a:gd name="y2" fmla="+- b 0 a"/>
                    <a:gd name="dx1" fmla="*/ x1 29289 100000"/>
                    <a:gd name="dx2" fmla="*/ a 29289 100000"/>
                    <a:gd name="d" fmla="+- dx1 0 dx2"/>
                    <a:gd name="dx" fmla="?: d dx1 dx2"/>
                    <a:gd name="ir" fmla="+- r 0 dx"/>
                    <a:gd name="ib" fmla="+- b 0 dx"/>
                  </a:gdLst>
                  <a:ahLst/>
                  <a:cxnLst>
                    <a:cxn ang="0">
                      <a:pos x="r" y="vc"/>
                    </a:cxn>
                    <a:cxn ang="cd4">
                      <a:pos x="hc" y="b"/>
                    </a:cxn>
                    <a:cxn ang="cd2">
                      <a:pos x="l" y="vc"/>
                    </a:cxn>
                    <a:cxn ang="3">
                      <a:pos x="hc" y="t"/>
                    </a:cxn>
                  </a:cxnLst>
                  <a:rect l="l" t="t" r="r" b="b"/>
                  <a:pathLst>
                    <a:path w="4402" h="1664">
                      <a:moveTo>
                        <a:pt x="734" y="0"/>
                      </a:moveTo>
                      <a:lnTo>
                        <a:pt x="3521" y="0"/>
                      </a:lnTo>
                      <a:lnTo>
                        <a:pt x="4402" y="488"/>
                      </a:lnTo>
                      <a:lnTo>
                        <a:pt x="4402" y="930"/>
                      </a:lnTo>
                      <a:lnTo>
                        <a:pt x="734" y="930"/>
                      </a:lnTo>
                      <a:cubicBezTo>
                        <a:pt x="322" y="917"/>
                        <a:pt x="-10" y="1294"/>
                        <a:pt x="0" y="1664"/>
                      </a:cubicBezTo>
                      <a:lnTo>
                        <a:pt x="0" y="734"/>
                      </a:lnTo>
                      <a:cubicBezTo>
                        <a:pt x="-13" y="322"/>
                        <a:pt x="364" y="-10"/>
                        <a:pt x="734" y="0"/>
                      </a:cubicBezTo>
                      <a:close/>
                    </a:path>
                  </a:pathLst>
                </a:custGeom>
                <a:gradFill>
                  <a:gsLst>
                    <a:gs pos="22000">
                      <a:schemeClr val="bg1">
                        <a:lumMod val="75000"/>
                      </a:schemeClr>
                    </a:gs>
                    <a:gs pos="42000">
                      <a:schemeClr val="tx1">
                        <a:lumMod val="95000"/>
                        <a:lumOff val="5000"/>
                      </a:schemeClr>
                    </a:gs>
                  </a:gsLst>
                  <a:lin ang="13200000" scaled="0"/>
                </a:gra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p>
                  <a:pPr algn="ctr"/>
                  <a:endParaRPr lang="en-US"/>
                </a:p>
              </p:txBody>
            </p:sp>
          </p:grpSp>
          <p:sp>
            <p:nvSpPr>
              <p:cNvPr id="46" name="Text Box 45"/>
              <p:cNvSpPr txBox="1"/>
              <p:nvPr/>
            </p:nvSpPr>
            <p:spPr>
              <a:xfrm>
                <a:off x="7399" y="2225"/>
                <a:ext cx="6400" cy="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r>
                  <a:rPr lang="en-US" sz="2700" b="1">
                    <a:solidFill>
                      <a:schemeClr val="bg1"/>
                    </a:solidFill>
                    <a:latin typeface="Arial Black" panose="020B0A04020102020204" charset="0"/>
                    <a:cs typeface="Arial Black" panose="020B0A04020102020204" charset="0"/>
                  </a:rPr>
                  <a:t>MEMBER</a:t>
                </a:r>
                <a:endParaRPr lang="en-US" sz="2700" b="1">
                  <a:solidFill>
                    <a:schemeClr val="bg1"/>
                  </a:solidFill>
                  <a:latin typeface="Arial Black" panose="020B0A04020102020204" charset="0"/>
                  <a:cs typeface="Arial Black" panose="020B0A04020102020204" charset="0"/>
                </a:endParaRPr>
              </a:p>
            </p:txBody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Arial Black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/>
  <cp:lastModifiedBy>Santosh kumar Adi</cp:lastModifiedBy>
  <cp:revision>1</cp:revision>
  <dcterms:created xsi:type="dcterms:W3CDTF">2026-09-22T10:37:10Z</dcterms:created>
  <dcterms:modified xsi:type="dcterms:W3CDTF">2026-09-22T10:37:10Z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D901E6D984E34F2BB24FDF05A10CC080_13</vt:lpwstr>
  </property>
</Properties>
</file>